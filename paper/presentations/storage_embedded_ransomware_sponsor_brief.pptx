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bd16fb209b433b" /><Relationship Type="http://schemas.openxmlformats.org/officeDocument/2006/relationships/extended-properties" Target="/docProps/app.xml" Id="Rd1ae84fe97a64133" /><Relationship Type="http://schemas.openxmlformats.org/officeDocument/2006/relationships/officeDocument" Target="/ppt/presentation.xml" Id="R4bb191b7bf0e4d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8df47618174e16"/>
  </p:sldMasterIdLst>
  <p:notesMasterIdLst>
    <p:notesMasterId xmlns:r="http://schemas.openxmlformats.org/officeDocument/2006/relationships" r:id="R913d5f486ffb49d0"/>
  </p:notesMasterIdLst>
  <p:sldIdLst>
    <p:sldId xmlns:r="http://schemas.openxmlformats.org/officeDocument/2006/relationships" id="256" r:id="Rfad363f6ba054b34"/>
    <p:sldId xmlns:r="http://schemas.openxmlformats.org/officeDocument/2006/relationships" id="257" r:id="Ra6afb947c90e4ee0"/>
    <p:sldId xmlns:r="http://schemas.openxmlformats.org/officeDocument/2006/relationships" id="258" r:id="R4320c6113ee7420e"/>
    <p:sldId xmlns:r="http://schemas.openxmlformats.org/officeDocument/2006/relationships" id="259" r:id="Rac20084e97884714"/>
    <p:sldId xmlns:r="http://schemas.openxmlformats.org/officeDocument/2006/relationships" id="260" r:id="R3403ca372e2a46ff"/>
    <p:sldId xmlns:r="http://schemas.openxmlformats.org/officeDocument/2006/relationships" id="261" r:id="R425363e464f247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8df47618174e16" /><Relationship Type="http://schemas.openxmlformats.org/officeDocument/2006/relationships/theme" Target="/ppt/theme/theme1.xml" Id="R674eb1278ce9400f" /><Relationship Type="http://schemas.openxmlformats.org/officeDocument/2006/relationships/notesMaster" Target="/ppt/notesMasters/notesMaster1.xml" Id="R913d5f486ffb49d0" /><Relationship Type="http://schemas.openxmlformats.org/officeDocument/2006/relationships/presProps" Target="/ppt/presProps.xml" Id="Rfcafae62f1814e33" /><Relationship Type="http://schemas.openxmlformats.org/officeDocument/2006/relationships/viewProps" Target="/ppt/viewProps.xml" Id="R624ebbe020a54432" /><Relationship Type="http://schemas.openxmlformats.org/officeDocument/2006/relationships/tableStyles" Target="/ppt/tableStyles.xml" Id="R4b8fc9d907004a9d" /><Relationship Type="http://schemas.openxmlformats.org/officeDocument/2006/relationships/slide" Target="/ppt/slides/slide1.xml" Id="Rfad363f6ba054b34" /><Relationship Type="http://schemas.openxmlformats.org/officeDocument/2006/relationships/slide" Target="/ppt/slides/slide2.xml" Id="Ra6afb947c90e4ee0" /><Relationship Type="http://schemas.openxmlformats.org/officeDocument/2006/relationships/slide" Target="/ppt/slides/slide3.xml" Id="R4320c6113ee7420e" /><Relationship Type="http://schemas.openxmlformats.org/officeDocument/2006/relationships/slide" Target="/ppt/slides/slide4.xml" Id="Rac20084e97884714" /><Relationship Type="http://schemas.openxmlformats.org/officeDocument/2006/relationships/slide" Target="/ppt/slides/slide5.xml" Id="R3403ca372e2a46ff" /><Relationship Type="http://schemas.openxmlformats.org/officeDocument/2006/relationships/slide" Target="/ppt/slides/slide6.xml" Id="R425363e464f247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9c3e691613940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14310ec143449f" /><Relationship Type="http://schemas.openxmlformats.org/officeDocument/2006/relationships/notesMaster" Target="/ppt/notesMasters/notesMaster1.xml" Id="Rbb367e4df15444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2f87114dab4297" /><Relationship Type="http://schemas.openxmlformats.org/officeDocument/2006/relationships/notesMaster" Target="/ppt/notesMasters/notesMaster1.xml" Id="R503282c22bec4d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293babb53c4d0b" /><Relationship Type="http://schemas.openxmlformats.org/officeDocument/2006/relationships/notesMaster" Target="/ppt/notesMasters/notesMaster1.xml" Id="R731e3c7f4f6145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7c3e98be9342a3" /><Relationship Type="http://schemas.openxmlformats.org/officeDocument/2006/relationships/notesMaster" Target="/ppt/notesMasters/notesMaster1.xml" Id="R5205465dd69340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8b1b595a394c27" /><Relationship Type="http://schemas.openxmlformats.org/officeDocument/2006/relationships/notesMaster" Target="/ppt/notesMasters/notesMaster1.xml" Id="R35156b9c3e6341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418f060d6d4a78" /><Relationship Type="http://schemas.openxmlformats.org/officeDocument/2006/relationships/notesMaster" Target="/ppt/notesMasters/notesMaster1.xml" Id="Rca5f076b782b4b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a688076feb498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835531fee8643bd" /><Relationship Type="http://schemas.openxmlformats.org/officeDocument/2006/relationships/slideLayout" Target="/ppt/slideLayouts/slideLayout2.xml" Id="Re4647661747a4c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647661747a4c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12247828ac4c03" /><Relationship Type="http://schemas.openxmlformats.org/officeDocument/2006/relationships/notesSlide" Target="/ppt/notesSlides/notesSlide1.xml" Id="Rd6cd6bf31b4449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7578cae86d44c0" /><Relationship Type="http://schemas.openxmlformats.org/officeDocument/2006/relationships/notesSlide" Target="/ppt/notesSlides/notesSlide2.xml" Id="R17d12dcc369c4f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42f6427f064294" /><Relationship Type="http://schemas.openxmlformats.org/officeDocument/2006/relationships/notesSlide" Target="/ppt/notesSlides/notesSlide3.xml" Id="Rd0d3052715c842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2dea06707849b1" /><Relationship Type="http://schemas.openxmlformats.org/officeDocument/2006/relationships/notesSlide" Target="/ppt/notesSlides/notesSlide4.xml" Id="R5bb5aea16ec54a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4673a834ea4c99" /><Relationship Type="http://schemas.openxmlformats.org/officeDocument/2006/relationships/notesSlide" Target="/ppt/notesSlides/notesSlide5.xml" Id="Raa3b4cac5c7041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18266d490c4207" /><Relationship Type="http://schemas.openxmlformats.org/officeDocument/2006/relationships/notesSlide" Target="/ppt/notesSlides/notesSlide6.xml" Id="Reb484285ad2048a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A414BB-C04B-40D1-9048-53E04518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BA059-85E7-4AC4-8C82-6860009D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956DB0-6F09-4BDF-BF2D-82211F2C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EA9CF-63A6-4925-8F51-DFC81550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TECHNICAL SCOPE | ブロックストレージ組み込み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3F40E-BC2A-4657-8537-452F0E22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ECF05-BCD8-48A5-A160-9E286966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研究対象は、ブロックI/Oの流れに埋め込む軽量な異常検知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8F7DF-2CB3-4230-8E5A-CDAE8EBD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ホストのプロセス名やファイルパスに頼らず、装置側で安く取れる要求メタデータだけから、AE候補に渡す価値があるかを検証します。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1B3A75-9D49-4F31-B2D7-7C04F7B3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8370B-A73E-4468-9590-44F62613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Host / VM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38B19-24C4-4418-AF98-CB0B15A2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アプリやOSの詳細には依存しない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C23D2-3C6E-4B37-9322-1CDB3AD5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670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4C28F-5B36-466A-9CC1-D5C89DB0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622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ED695-3324-4A90-8493-C5F522AA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E785F-4E82-4F8C-8E2E-0148F5A1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38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D2010-2E6C-415D-88E7-E756B39E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09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Block storage controller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420F96-578E-4F0D-8515-E545D35F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14650"/>
            <a:ext cx="2038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timestamp / read-write / LBA / length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などを受ける境界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3C6FB-F920-4453-B84B-D6FA1470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70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691D5-765B-4148-B7C8-53A54F83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9622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AE6993-A7EF-4E5C-B80E-05D16D07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0985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118C0C-788A-4524-A67F-FB6DD4A5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622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Protected volumes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7FBE1-5A2F-4B28-8167-B2E5919F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6705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多数volumeを10秒cadenceで見る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C6525D-F88E-434C-8510-2607E60D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95750"/>
            <a:ext cx="384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B"/>
          </a:solidFill>
          <a:ln xmlns:a="http://schemas.openxmlformats.org/drawingml/2006/main" w="13335">
            <a:solidFill>
              <a:srgbClr val="22C55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0F1EC6-4451-4A7D-9026-040AECA7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95750"/>
            <a:ext cx="3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7F9750-43F8-4017-80D4-50D57AE9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4815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rPr>
              <a:t>組み込み検知パス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77722F-94D4-4CBA-84A4-296C70FE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6291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B2937-193A-42E9-A00F-BE48DE0C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95825"/>
            <a:ext cx="685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collector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安いcounter集計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41D7FF-9515-420B-BB33-E831A228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6291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4FEB93-966C-4EDA-80B4-F294530F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958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feature ring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N x Dを保持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4403FA-DCFB-4D93-B9E7-06E7AC7C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291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606C4B-2DEB-4EDB-BAB6-633B922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958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 score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再構成誤差を外側で判定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1DD3FB-56F5-49EB-AC59-80184EB4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27BFFE-A103-4965-B924-8EFA4A03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381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3FD870-4A5B-4D00-9C71-590B9835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102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観測境界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45D28F-34E1-4873-99AC-0AC2606C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15000"/>
            <a:ext cx="2324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ブロック要求メタデータだけを前提にする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77FA1D-A25A-4E31-BAA9-39E85C16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F910E25-69B7-472B-BA3B-462943C8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381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50E102-58E7-4D6B-9FF4-449303D5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4102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検証対象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51D29B-A2CE-407D-A279-E8FF4C7B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715000"/>
            <a:ext cx="2324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装置内で回せるほど軽いMLかを測る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F2D144-B260-4484-8062-DD1EDDA0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57800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F95745-A3BF-48D4-B9EB-9AE10444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57800"/>
            <a:ext cx="381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D41627-A7CF-4266-9A8F-CB8A7246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4102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C8E946-7919-4330-B6CE-7898B568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715000"/>
            <a:ext cx="2324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検出性能や実運用の早期警告はまだ主張しない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7FF9DA-664D-4763-9AA8-C0F0C1C9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B0C014-3C11-4099-81DD-8835FC9E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docs/interface/ResearchBrief.md, docs/04_embedded_constraints.md, paper/sections/05_input_contract.tex</a:t>
            </a:r>
          </a:p>
        </p:txBody>
      </p:sp>
    </p:spTree>
    <p:extLst>
      <p:ext uri="{BB962C8B-B14F-4D97-AF65-F5344CB8AC3E}">
        <p14:creationId xmlns:p14="http://schemas.microsoft.com/office/powerpoint/2010/main" val="197493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9838C7-21CD-45A5-8B78-DDD20DD6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48B6C-A655-4118-912A-BD5C6B0D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D1775-8B50-4F0D-9E5C-7C92D316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7DCA0-C56D-4A48-AF20-8FA77BE6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DECISION FRAME | このプレゼンで決めること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8E1D0-F9A3-4512-9A8E-1B78066C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44D6AF-94C7-461A-A9D4-C465618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ゴールは導入判断ではなく、次に捨てる候補と測る証拠を決めること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435ECC-D602-4DDB-A985-C169A635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AEを前提にせず、単純規則・入力契約・装置制約の順に候補を削り、残った仮説だけを実装検証へ進めます。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87433-AD06-47F5-8994-A1AB471C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5270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0FFEC-2B9C-45FF-96AB-D5163E5F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5270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70791-151D-4E5A-88D6-408F02C4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単純規則で足りるか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866A22-5BC6-48DE-98BF-75298DDD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990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 ratio、I/O強度、LBA移動だけで説明できるならAEは縮小または棄却する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2B4E8-A08C-4899-870C-EA0B10D8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718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D09EA0-0E43-4D8B-96DA-64F56AD2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670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B4CC1-DC2E-4059-A8F4-B54BAF0A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5270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09A39D-7028-4774-B381-4E54E267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5270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69675-A425-4D83-9A3D-067175DD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AEのどこまで必要か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4A8FC6-1DBE-44D2-A194-FAF80361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0990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Dense、時系列文脈、局所時間特徴、CNN-GRUを同じ入力で順番に比較する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A0BA3A-7653-4545-B79D-3D4D0DE7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718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84AF8-02C0-419E-8935-06FD2FDC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670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74D441-9B96-4089-902A-6BC135F1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DA66B3-68CA-484D-B121-843FB864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95E0EB-800D-4AFA-B9D8-850C09D3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051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装置に載るか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3B6C54-CF22-4526-9714-F425363C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0990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 detector-data、MNN score parity、10秒cadenceのCPU/slotを分けて測る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41DCCA-B944-41F4-A23D-5064173E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718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5B27A3-B1E4-40BA-8FF0-A45D9B43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2670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96535F-FE80-4CEB-A311-4B7846C5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5270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5486E6-B15B-409F-962E-05034332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5270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1E104B-1F9C-4CFD-8E1C-52742110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0510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次の証拠は何か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80D724-CE4D-4D8B-A70D-3E86910A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manifest付き実験、MNN変換、memory harnessのどれが意思決定を進めるかを明確にする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F95BE3-CCFB-45C1-A061-6123503C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196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FA6FF-B48F-4D27-9B0E-C5DCEF33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196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8220C2-87D0-49D1-82A7-8DFD00ED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進める条件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A8FEDE-6762-4210-9D4A-7CF66974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2768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単純規則を超える説明価値があり、MNN変換後もscoreが一致し、per-volume状態とschedulingが予算内に収まる見込みを測れる。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313695-79C4-45C4-BB2D-A16F14B4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DFF50B-DC48-42D9-9C31-E99187E0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1A7256-B47D-418A-8009-64197203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9720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止める条件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E0F29A-C5A5-4BCD-A12F-DF1EA34B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2768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単純規則で十分、cheap featureが不足、MNN parityが崩れる、500 KBまたは10秒cadenceのどちらかを満たせない。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655797-AC8C-40CB-99DC-F4091AFD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B82C28-52F5-493E-A4AE-91DBFDB5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docs/03_PROJECT_RULES.md, docs/evidence/manuscript_claim_gate_matrix.md, docs/04_embedded_constraints.md</a:t>
            </a:r>
          </a:p>
        </p:txBody>
      </p:sp>
    </p:spTree>
    <p:extLst>
      <p:ext uri="{BB962C8B-B14F-4D97-AF65-F5344CB8AC3E}">
        <p14:creationId xmlns:p14="http://schemas.microsoft.com/office/powerpoint/2010/main" val="1747041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98846D-ECB5-4F09-8C5F-882451F7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CDF4D-C217-42AF-A953-AF0A2BA2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0BC8D-BB74-4E29-A8D0-757F94C9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E4D74-3E49-4F84-9513-844170F4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INPUT CONTRACT | 10秒統計からML入力へ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2C1F9-CC4A-4CC2-9F8E-EC3D00B4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630819-DD87-43A3-8D61-8B3F2581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MLに渡すのは、固定shapeの10秒統計列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EDDDD2-0B1C-43C7-BC21-D86EE7D9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ブロックストレージ装置では、特徴の取り方そのものがコストです。raw eventを残さず、安い集計だけを固定幅テンソルへ落とします。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7AE33-7FD1-4482-8DF0-D6F3AF6C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7244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246ED6-9EF9-42A4-A23D-E1C659C0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81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DD6C82-D255-44DC-B480-07B21AAA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frame_10s: 装置が安く集計できる候補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D15C57-8CC4-4C21-8B15-40BFFDFF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10A7EC-5845-4873-BA83-180D2143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count / bytes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C3FA9F-54D1-403C-B0A2-DFEBCF3A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95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BD3B05-C542-4A00-B208-6CD3CDFE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I/O量の強さ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FF064D-C6D7-4298-82F1-AF35E843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D8F0E1-CCF1-464C-8743-9A579015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write ratio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27B4C7-2DFD-4F78-9017-7BCF15AB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81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A0312B-854B-48FC-AA40-F770F42E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19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書き込み偏り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16755-5E4C-4077-A86B-548AF171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4DFF67-945C-46A9-ACF1-0B8AF6DA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LBA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A8AF89-328E-4C9F-9E54-ED9AB4E8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67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D4891D-F282-4EC4-AAA1-97B026E9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05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アクセス位置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BB17CE-9B0B-4C54-B8FA-42283C10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10564D-249E-407C-8040-DDBB3D1B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length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D94BA2-FF62-4A66-88C4-DA107241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528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E3B9F3-6435-41D9-9FB4-E99D9C4A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909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転送長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2B4A59-546C-4EEA-8C45-FC72BD6A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FA8D53-475E-4802-914A-D4695473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delta mean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8158A1-CE86-44D2-A160-5A0A4291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38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F7E7C6-FFD9-4D1B-AAF5-C9F2E25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76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前窓からの変化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DA29C3-74A4-4730-B597-1886AE63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AA9362-BF82-4316-B0B7-BBC3E337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62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optional telemetry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F44112-96E5-4B7D-8173-C6329AB9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24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7A6D0F-2173-439E-9352-43F7E1EC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安い圧縮/entropy風カウンタがある時だけ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1CC382-687B-45BB-B560-C0942F80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2DF1E8-9D08-4427-AED7-102ED1B1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padding / mask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1D1EC7-8120-45DD-AF14-AA6459FB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610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2D16DB-FD82-4EC4-8894-B6038CD6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48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未提供欄はloss/scoreから外す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C63F56-D700-4330-9AC7-C3C12EFC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76500"/>
            <a:ext cx="26098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2B98DF-3DE7-41DB-A724-2BC482BC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479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X: [batch=1, N, D]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initial: N=12, D=12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context: 12 x 10s ~= 2 min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score: outside MNN graph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threshold: outside MNN graph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512567-ED26-4247-9262-40879310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2247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35CFF7-21FD-43B8-A416-F1BC3689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381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38F8F5-3A01-4052-927D-C6A1A8A0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なぜ固定shapeか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2B62516-5BF8-4CB9-AD5E-6FDF386F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33700"/>
            <a:ext cx="1905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MNN変換、メモリ、CPU枠を同じ条件で比べるため。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2478DE-EBC2-4815-9AE2-D0250C4C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6197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CE75E2-3531-4882-A07F-119D51D4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86425"/>
            <a:ext cx="472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使わない: ファイルパス / プロセス名 / ランサムウェア署名 / ファイル本文scan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36B02B-8166-4F3F-8F46-8A68D1CE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61975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B37535-7F27-439E-9D33-CF862B96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68642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使う: SCSI/NVMe風メタデータ と 安い装置カウンタ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0EFAE7-ADB7-422A-A31F-F063D87B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6FC0FE-A4A9-4BE2-87F6-81D5F7D7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paper/sections/05_input_contract.tex, docs/04_embedded_constraints.md, docs/06_memory_aware_ae_candidates.md</a:t>
            </a:r>
          </a:p>
        </p:txBody>
      </p:sp>
    </p:spTree>
    <p:extLst>
      <p:ext uri="{BB962C8B-B14F-4D97-AF65-F5344CB8AC3E}">
        <p14:creationId xmlns:p14="http://schemas.microsoft.com/office/powerpoint/2010/main" val="79847584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1EE1C3-F1D9-4ED7-8353-E2786729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54040-7FB4-4AB1-AC11-E3AF639C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EA545-69C6-4E8F-AFEA-23B208BA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CBB431-607B-42B7-BA33-F160A278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MODEL CANDIDATES | AE-01..05 の技術的な意味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74F44-BD28-49CB-A20D-ADBD9EC6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F5AC5-010B-4D3B-B12C-BA368D2B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候補AEは、複雑な演算を足す価値を順番に試すための比較群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CB635-BBD5-4D74-9D11-8F464541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初期値はN=12, D=12。parameter/raw weightは計画見積もりで、MNN変換後サイズや一時scratchは別に測ります。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989E9E-B647-4D0B-BE9D-632EDFDF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11182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ABAD1-6C6B-42F6-9038-96DE68A7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647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7A6369-D6EF-47C4-B360-009665B4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22AD9-2303-40AD-A89A-DBC3951C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05050"/>
            <a:ext cx="2228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candidate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62086-502C-4E04-8988-3A602CCD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695CB-5CD7-46CF-A142-16D2665D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05050"/>
            <a:ext cx="2800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7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operator role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88849-D528-4021-9410-34FA5995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E8E49-2A52-4EC2-BA76-2D1065EB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0505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planning size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86D94-D5EF-488D-93DD-95ACD43C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91C33B-4391-45EF-9E84-7852E4DE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05050"/>
            <a:ext cx="2514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評価する目的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C4E91-E571-4D8A-ABFD-29021172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9F1FFE-7412-4A06-97ED-287B4AE6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AE-01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72AAC4-371E-492D-A7D2-ECABA5D9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5911FF-A653-4BA2-9EA1-D2AEA14E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241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Flat MLP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33C012-EF22-48DC-9F5D-62A2FAD8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87FC85-88CC-495F-B050-892EA9FA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24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flattenした2分窓を圧縮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4BAF1F-F9CE-42C9-908A-BE6597BF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0ABCAE-98DE-4918-B711-0EE24977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9,944-20,768 params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DDAFE6-7722-438D-AFBF-65E1A523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739E12-2DDC-4F87-B0C5-C5DEDAF6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粗い統計だけでズレが見えるか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80E754-60D8-4851-A9C4-45E7A507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72A9D2-AF6D-4D20-A6D5-3996C64E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AE-02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B6666-F9F9-4FE8-A16A-40566DF4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55D457-C0FA-427D-BD1E-C9ABB260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Two-level Dense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62D009-FB23-4FBA-B73A-76041D40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5B2311-88C2-4059-A84B-57D39BB2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766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10秒ごとの圧縮 + 系列圧縮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5D2FA2-6748-443D-A65F-B428D50F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E064AC-02BB-4D0F-88F1-9162C457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766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5,836 params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19AE84-B00B-4AC7-B84C-50A99F85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043F58-6CED-42B0-A425-500BAE37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766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時間演算なしで足りるか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B2A4D6-6D04-4813-9967-E2E56D3A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CDCCB3-E63E-40EA-8268-3B0E4DED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0046EA-8595-4687-BFDD-030F99C3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120E03-84E5-42A0-A425-52417120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290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GRU context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A4661B-B6B0-4C79-B34B-3805B411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2C16F7-4F13-4B88-B0C2-2287CEBD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順序と過去文脈を付与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6FD02A-CA34-4D25-9F2A-56BD40B8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B01D39F-CD4E-4A93-AA29-5ECC328C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290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7,052 params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B9914F-0463-4E0B-9B0F-12A3BF25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FD4B62-7385-4F6B-AF57-3B4176C9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290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履歴を見ないと説明できないか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168DB14-91D5-494E-9720-04BD5323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803D13-6A34-4FD4-85F8-CFE9DC70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AE-04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A75F822-438D-4E7E-B8F8-A527339F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281BE81-CEE2-46E2-8FB0-7E0A7F34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815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Temporal Conv1D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67D0B38-48E8-40F5-BD81-A5B3F6C2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6BC0E14-E1BC-45B8-9EE1-80BE0903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815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近傍時間の局所変化を抽出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2FB1304-BF88-45DA-BD96-206BADF5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F3FB1B-AF0E-4908-9B70-34DB06F1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3815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5,684 params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C7398A-F057-49F6-9EC3-3AC5607A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5CF9DFC-796F-42F2-B385-424E99CA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3815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GRUなしの時間特徴で足りるか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C50A7E-CACE-410E-BE74-3CD88D2C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5EF5A76-1418-4FC6-933C-1E2B1286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AE-05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3513455-AF06-4387-B4ED-B07910CB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EF99340-6CF3-4C79-AE4A-FF44BBC7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Tiny CNN-GRU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F863D0A-3513-4EB1-AA79-2AD32376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BEBCA42-D7F0-4777-A4C9-E278CDE7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339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特徴混合 + 文脈 + bottleneck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5D9E53-1508-4413-8DB3-BE778A32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00FAAE5-F441-4417-930C-448C435D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339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8,052 params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73BDF82-E13D-4BB9-90E4-E79AEE37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C99CAC-9121-4E0C-AE10-FAFED64C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339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複合モデルの追加演算に価値があるか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99D7EDB-3C23-4BD1-8EC8-F2D1DFEF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7531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0DF3196-F15E-4583-9D05-E1CEF22F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19775"/>
            <a:ext cx="3771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選定方針: 簡単な候補で説明できるなら、そこで止める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421D1C5-B114-4BA5-9E5D-2D98BF5E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53100"/>
            <a:ext cx="419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45D8096-1515-4152-A967-6F25E89A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819775"/>
            <a:ext cx="396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実測前に性能順位・MNN適合・500KB内に収まった結論を言わない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F84AEE9-086C-4B7D-8FD2-C1782084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7BAC3F-F278-4C8D-95A0-0DC6E100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</p:spTree>
    <p:extLst>
      <p:ext uri="{BB962C8B-B14F-4D97-AF65-F5344CB8AC3E}">
        <p14:creationId xmlns:p14="http://schemas.microsoft.com/office/powerpoint/2010/main" val="3837200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E281D0-C6C5-4D51-940F-FB316E18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C1AEF-BC97-4051-996F-F2D4C101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ECD6A-8A39-42C0-A932-5E8B6E81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05B3C-9BDE-46FB-849A-B11B7C26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RESOURCE BUDGET | MLに使える資源は小さい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6BCFDC-5DFA-485F-8968-36EC2BE9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1B3E6-084D-4387-BA4D-0CECDB22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ブロックストレージ内MLでは、重みより周辺状態とスケジュールが効く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999EB-9EC1-40FB-B992-5BA07365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KBはvolumeごとのpersistent detector-data目標です。MNN runtimeや共有libraryとは分け、入力列・正規化・しきい値・score履歴まで含めて測ります。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D260D-DF16-4E98-84E7-70FB5B92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44386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81C23-2D20-4F29-A7F3-CA4462CB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8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1AD776-39DB-47EB-A349-40B983CB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per-volume detector-data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B556F-F5AC-479E-872D-15FF4D40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99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738557-C0DA-4641-A986-FAA1A2DB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model weights + quant 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3F586-6D6F-4269-AF3C-8DD452B4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48B80-2556-46D8-BD42-CF2052F7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480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&lt;= 360 KB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42D5A-7E09-4938-9476-7DA8031F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99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A3D4B-6E9A-48DB-95C4-C7DAD36E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480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10s input sequence buffers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D44493-14FF-445C-875C-968180BD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099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B8DBB3-2B3C-4753-8642-95041A91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480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&lt;= 64 KB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820CA4-AB71-484E-8824-E0385FFD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975E21-6953-48C2-90D4-EE6D042F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481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normalization / threshold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98E36-2EF6-4259-A120-E20DEF5B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8100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3EB100-BF98-4160-9951-B54247A6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48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&lt;= 24 KB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F55D43-B585-4EE7-9748-EBB44422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100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6CFD5D-C21D-4201-93F8-89D94493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81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score history / explanation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983F9B-3869-456C-A048-A735AEC3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2100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A9A64-09C3-40A4-9FE8-3FFA738B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48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&lt;= 16 KB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0D5561-8D60-4EE9-B072-3281FC31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B34615-CA0F-48C7-9917-28626D5B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metadata + margin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FD2CB0-D891-4351-821A-4EDCF3F1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6101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D27D4F-54CA-4B84-807E-1B9A73AD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482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&lt;= 36 KB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93E558-0B40-41A5-AA0E-74C1F367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上限目安。実装・MNN変換後の測定で置き換える。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16DE3B-3A1A-4594-960D-2DF27895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744D33-AC24-4DB4-9ED3-BF5FAA3D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38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EE186A-8947-4ADC-BBAE-63E712AC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52700"/>
            <a:ext cx="441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aggregate device-fit view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F0CEEF-827D-413A-A96A-0AE66A3F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4419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M_persistent(V) = M_shared_runtime + M_shared_weights + V x state_per_volume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M_peak(V,Q) = M_persistent(V) + Q x transient_scratch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6D81EA-DD96-4DB5-B513-4C10E3EF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C6C07A-FC56-4D5D-A00E-78CB0332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V ~= 2000</a:t>
            </a:r>
          </a:p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多数volumeを同じ10秒cadenceで守る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44FA49-F52C-4AF2-B48C-679FD82B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2D6C90-2107-473B-934B-C1A03B95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Q slots</a:t>
            </a:r>
          </a:p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同時推論slot数で一時scratchが増える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BC88C6-C5BC-414A-9261-2D7B6216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C4FF59-924A-42C2-8C6F-8A497801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CPU window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10秒内に全volumeを採点できるか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8684CA-0211-413C-AB25-FAC28556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836D30-9A05-4A67-A84A-23A5B1CC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docs/04_embedded_constraints.md, docs/memo/500kb_budget_reconciliation.md, paper/sections/08_mnn_implementation_plan.tex</a:t>
            </a:r>
          </a:p>
        </p:txBody>
      </p:sp>
    </p:spTree>
    <p:extLst>
      <p:ext uri="{BB962C8B-B14F-4D97-AF65-F5344CB8AC3E}">
        <p14:creationId xmlns:p14="http://schemas.microsoft.com/office/powerpoint/2010/main" val="14845431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926B80-C596-43CE-861B-16A2BADE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AA9D7-54F8-4E16-80D1-EBA8BBCE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27903-1BB9-4C67-ABE7-D5EEF099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6AC12-995C-4AF0-A2D5-719AB6C9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EVALUATION | 技術判断に必要な証拠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98B54-01B7-41D1-8CAD-59BC4AAA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66D89-40A2-45A6-BD90-9312E593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検出精度だけでなく、MNN parity・メモリ・10秒cadenceで採否を決める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A2E739-671D-4A50-A703-8CC46910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スポンサー向けに見せるべき論点は、すぐ導入できるかではなく、どの制約で候補を採用・縮小・棄却するかです。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BB6F8C-BF35-4B71-9ED7-9DFF15F4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D1958F-170B-4083-A44B-827FB8DD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5B4FCB-B35F-400C-9778-80A4A9BE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670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offline検証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4D6D0B-EA44-464C-AB9C-1539620A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718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benign-only学習、単純規則、AE-01..05、低誤警報で比較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1FEA1-8F04-42E4-BCBE-DDE0ABA6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B6C075-179A-4794-8D1E-EBAE6820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384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4222DD-15C9-4509-AC38-CD3FBFDB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146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B07BD-D6E6-4DF2-9743-F125A2BE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146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C30274-A837-4F8C-82F0-8B52DC48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670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score parity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763C7-221C-4C63-BF87-CF832458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718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同一入力でoffline scoreとMNN scoreの差を測る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F7D8F-C7F4-450D-9922-E230131D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43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522A39-E44C-4EC4-9BC2-AEC8429D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0384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DDB63E-C6C7-4A48-9134-8B9072D9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146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D39C49-E15D-498C-A144-E57C6835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146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8F21E6-EF0B-4635-A730-9479297B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670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detector-data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2B967-7744-4088-BDBC-00942AF1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718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重み、入力列、正規化、threshold、履歴が500 KB内か測る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B4FAE3-87E4-47B5-BC45-CFF2FCD3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432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C3C11C-CBD7-45B4-A392-073E149E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0384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42DB3F-9FEC-4B69-9204-D5D20C80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146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365528-B2D7-46CF-B8AA-9BD7136A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146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CD3DBE-9BBB-45C2-9D82-EA0EBE9A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70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scheduling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B6167D-007A-4455-9D80-ED559739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718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V volumeとQ inference slotで10秒cadenceを守れるか測る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FB7964-B5E2-4764-9D68-7E72BC68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7675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D431C5-0CAD-4987-BB66-5727E30C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7675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9DD132-4D54-43CA-8520-99A9A01F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主要な評価値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362224-9FC8-43A7-98B9-7FF3CB16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33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誤警報の少なさ / 警告までの時間 / 警告前の被害量 / どの特徴がズレたか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82D46C-FCC3-4F10-AF4E-C1A760E8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2E1242-3078-4124-90B8-41364B30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0F42B2-0B31-4415-BE08-CA35CC2C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2915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制約に当たった時の縮小順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8E64DD-1635-494D-8092-4306EF0E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33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feature数Dを減らす -&gt; 系列長Nを短くする -&gt; hidden sizeを縮める -&gt; AE-05から単純候補へ戻す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1EE6BD-5D12-46C8-AC0E-DAC7691F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5310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4C2A27-8332-4D15-BE1C-B136280A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9775"/>
            <a:ext cx="491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固定済み: block I/O観測境界、10秒統計、AE候補、device-fit gates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A3B69D-EAB7-40C3-A2FF-4EFE4A40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7531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0609BA-8F2D-48A9-9FFA-B7019A48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81977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検出性能、MNN readiness、500KB内に収まった結論、実運用早期警告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81A007-FBC7-47B4-ADE7-1C144BFC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2861A1-3009-42C2-9AD4-5C53DAC5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paper/sections/07_evaluation_plan.tex, paper/sections/08_mnn_implementation_plan.tex, docs/evidence/manuscript_claim_gate_matrix.md</a:t>
            </a:r>
          </a:p>
        </p:txBody>
      </p:sp>
    </p:spTree>
    <p:extLst>
      <p:ext uri="{BB962C8B-B14F-4D97-AF65-F5344CB8AC3E}">
        <p14:creationId xmlns:p14="http://schemas.microsoft.com/office/powerpoint/2010/main" val="14279903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2026-05-16T22:13:45.4350000Z</dcterms:created>
  <dcterms:modified xsi:type="dcterms:W3CDTF">2026-05-16T22:13:45.4350000Z</dcterms:modified>
</coreProperties>
</file>