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b47786e7e24583" /><Relationship Type="http://schemas.openxmlformats.org/officeDocument/2006/relationships/extended-properties" Target="/docProps/app.xml" Id="Re7e420c71d7f45f9" /><Relationship Type="http://schemas.openxmlformats.org/officeDocument/2006/relationships/officeDocument" Target="/ppt/presentation.xml" Id="R6b3ea8ac31094f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587935b6f948e4"/>
  </p:sldMasterIdLst>
  <p:notesMasterIdLst>
    <p:notesMasterId xmlns:r="http://schemas.openxmlformats.org/officeDocument/2006/relationships" r:id="R752d45ab2f62451f"/>
  </p:notesMasterIdLst>
  <p:sldIdLst>
    <p:sldId xmlns:r="http://schemas.openxmlformats.org/officeDocument/2006/relationships" id="256" r:id="Rdef5c8d64dfa41ac"/>
    <p:sldId xmlns:r="http://schemas.openxmlformats.org/officeDocument/2006/relationships" id="257" r:id="R3edb3b710f5649cc"/>
    <p:sldId xmlns:r="http://schemas.openxmlformats.org/officeDocument/2006/relationships" id="258" r:id="Rd9cbd4ecfe7b40d5"/>
    <p:sldId xmlns:r="http://schemas.openxmlformats.org/officeDocument/2006/relationships" id="259" r:id="Re37b1a6d42084519"/>
    <p:sldId xmlns:r="http://schemas.openxmlformats.org/officeDocument/2006/relationships" id="260" r:id="R5c3acc47fc064726"/>
    <p:sldId xmlns:r="http://schemas.openxmlformats.org/officeDocument/2006/relationships" id="261" r:id="Rcc42a567c4bb48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587935b6f948e4" /><Relationship Type="http://schemas.openxmlformats.org/officeDocument/2006/relationships/theme" Target="/ppt/theme/theme1.xml" Id="Rf7dae9fd9c624c45" /><Relationship Type="http://schemas.openxmlformats.org/officeDocument/2006/relationships/notesMaster" Target="/ppt/notesMasters/notesMaster1.xml" Id="R752d45ab2f62451f" /><Relationship Type="http://schemas.openxmlformats.org/officeDocument/2006/relationships/presProps" Target="/ppt/presProps.xml" Id="R3dfc50e76a324f42" /><Relationship Type="http://schemas.openxmlformats.org/officeDocument/2006/relationships/viewProps" Target="/ppt/viewProps.xml" Id="Rf3d69c78b5b84273" /><Relationship Type="http://schemas.openxmlformats.org/officeDocument/2006/relationships/tableStyles" Target="/ppt/tableStyles.xml" Id="R9cbe20062aac4a40" /><Relationship Type="http://schemas.openxmlformats.org/officeDocument/2006/relationships/slide" Target="/ppt/slides/slide1.xml" Id="Rdef5c8d64dfa41ac" /><Relationship Type="http://schemas.openxmlformats.org/officeDocument/2006/relationships/slide" Target="/ppt/slides/slide2.xml" Id="R3edb3b710f5649cc" /><Relationship Type="http://schemas.openxmlformats.org/officeDocument/2006/relationships/slide" Target="/ppt/slides/slide3.xml" Id="Rd9cbd4ecfe7b40d5" /><Relationship Type="http://schemas.openxmlformats.org/officeDocument/2006/relationships/slide" Target="/ppt/slides/slide4.xml" Id="Re37b1a6d42084519" /><Relationship Type="http://schemas.openxmlformats.org/officeDocument/2006/relationships/slide" Target="/ppt/slides/slide5.xml" Id="R5c3acc47fc064726" /><Relationship Type="http://schemas.openxmlformats.org/officeDocument/2006/relationships/slide" Target="/ppt/slides/slide6.xml" Id="Rcc42a567c4bb48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54b8ec147af48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e477f9180a411b" /><Relationship Type="http://schemas.openxmlformats.org/officeDocument/2006/relationships/notesMaster" Target="/ppt/notesMasters/notesMaster1.xml" Id="R51f4095bf9e144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057d51a81241c9" /><Relationship Type="http://schemas.openxmlformats.org/officeDocument/2006/relationships/notesMaster" Target="/ppt/notesMasters/notesMaster1.xml" Id="Raa79096c2c4540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5fd026de854e1d" /><Relationship Type="http://schemas.openxmlformats.org/officeDocument/2006/relationships/notesMaster" Target="/ppt/notesMasters/notesMaster1.xml" Id="R147456a34dfa4b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106eda2d704af3" /><Relationship Type="http://schemas.openxmlformats.org/officeDocument/2006/relationships/notesMaster" Target="/ppt/notesMasters/notesMaster1.xml" Id="R07659dbaed2041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7e9946a5e24b25" /><Relationship Type="http://schemas.openxmlformats.org/officeDocument/2006/relationships/notesMaster" Target="/ppt/notesMasters/notesMaster1.xml" Id="Rcf1534b6df754a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abbe373572483c" /><Relationship Type="http://schemas.openxmlformats.org/officeDocument/2006/relationships/notesMaster" Target="/ppt/notesMasters/notesMaster1.xml" Id="R417322f14a3c44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85d5059ef4ee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aff1900a72040df" /><Relationship Type="http://schemas.openxmlformats.org/officeDocument/2006/relationships/slideLayout" Target="/ppt/slideLayouts/slideLayout2.xml" Id="Rfc4ae2e705f44b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4ae2e705f44b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73f0395c0a4268" /><Relationship Type="http://schemas.openxmlformats.org/officeDocument/2006/relationships/notesSlide" Target="/ppt/notesSlides/notesSlide1.xml" Id="Rbc819b6918ef4f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c9e97f53554f03" /><Relationship Type="http://schemas.openxmlformats.org/officeDocument/2006/relationships/notesSlide" Target="/ppt/notesSlides/notesSlide2.xml" Id="R5367006af7c94a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74ff0242de43d4" /><Relationship Type="http://schemas.openxmlformats.org/officeDocument/2006/relationships/notesSlide" Target="/ppt/notesSlides/notesSlide3.xml" Id="Raf52fcc19e5040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baa80c5c7c4b6e" /><Relationship Type="http://schemas.openxmlformats.org/officeDocument/2006/relationships/notesSlide" Target="/ppt/notesSlides/notesSlide4.xml" Id="R712ad56f60a448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a93446f46a4504" /><Relationship Type="http://schemas.openxmlformats.org/officeDocument/2006/relationships/notesSlide" Target="/ppt/notesSlides/notesSlide5.xml" Id="Rbacb14ed21e94d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44965b5dfa403f" /><Relationship Type="http://schemas.openxmlformats.org/officeDocument/2006/relationships/notesSlide" Target="/ppt/notesSlides/notesSlide6.xml" Id="R790c7c29b10d439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CC8928-A583-47C3-AAD9-FF5B8A44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3C0F8-606A-4D4F-980E-67EDE861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64AF8-EB56-4776-97D4-4EADB80C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2D834-A7B8-4D36-B3D1-2720812D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TECHNICAL SCOPE | ブロックストレージ組み込み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4A77B-F9D1-4CC4-BDA3-4E3FE8F6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45F63-70A4-4882-A5E1-4FC3B6A2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装置境界で取れる情報だけを、10秒統計に変換する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6D521-3EDD-497F-9001-6BCEF79F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E29E6C-842D-4574-B5BF-9FF5361A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5158C-9D59-4394-8DFF-BAB798B7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アプリ/OS側の情報は入力に入れず、block request metadata -&gt; frame_10s -&gt; AE score の一本の経路を検証する。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F5437-5336-45A6-8ACF-205D7AA3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1828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E59EE-7734-48ED-ABF9-AF14DA13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Host / VM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A2B3C-8FF7-487D-83E5-5897786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1485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アプリ名、プロセス名、ファイルパスは入力にしない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E0B7F-A901-4028-9E43-7225C479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480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B2A67-5970-40E5-A216-8CCC561F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9432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DF4C1-710E-4018-9A5D-A6814AAB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24100"/>
            <a:ext cx="2190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90B09-C066-42BE-AC9C-1DEE5BD4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2410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A7D449-119B-4DDF-BC23-B1E8331A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765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観測境界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EA7618-8DF2-441C-A014-3C45A791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81300"/>
            <a:ext cx="18478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timestamp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read/write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LBA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length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9E79A8-8451-48FA-BF2F-93DB1592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052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31759E-1955-45BD-90F0-7A539EC3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0525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D6E034-5304-4E2E-AC3F-45882D7B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10025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ここだけを見る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C402D9-2241-4537-A4ED-F7A219AC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480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07835-8ED0-41E8-B6AB-683AB2B5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9432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6EEB2-FF51-4D6B-A601-4D46DFDE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2190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E3058A-C874-44CC-889A-6C8050C0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99C9F5-58CD-4211-9EF6-E377E0DC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765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10秒統計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75642F-7C77-4113-A9EF-72FCF9CE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18478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count / bytes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 ratio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mean LBA / length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optional counters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BE016A-7A14-4FB0-A735-2269CBBD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80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08D006-D324-49E0-B858-AD405994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432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481FCB-7803-4A1F-9C3C-160D4CC4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457450"/>
            <a:ext cx="1600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14CE35-CF98-425A-9D22-F373402A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457450"/>
            <a:ext cx="38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4C6472-4130-4B9C-960E-C2889251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098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AE score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4EA893-9342-42A4-9889-81F51D7B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914650"/>
            <a:ext cx="1257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再構成誤差を計算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判定は外側で行う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855AF8-9764-46D2-B46D-7CED6AA9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3028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833D58-8DC8-485A-A0FD-1FC2CD12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17A939-63B5-455B-9C13-1D128D93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387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使う情報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43BF31-0BC7-4612-8DDC-96D8C92A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2686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ブロック要求メタデータと、装置側で低コストに持てるカウンタ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0EB71C-703D-4BBF-BA43-37D2BAE3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86300"/>
            <a:ext cx="3028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7E6B46-AD63-4572-8F4A-9897372D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863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05EDCB-4E86-406F-B220-E62EC7FA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387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検証する経路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0BC435-5D92-4FC5-91E2-743BAD24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43500"/>
            <a:ext cx="2686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collector -&gt; feature ring -&gt; AE score の流れが、10秒間隔で成立するか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D85DB2-4E82-4FD6-AEF3-69A34405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86300"/>
            <a:ext cx="3028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0C93FE-7B86-4998-A5D1-69BD102F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863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D873BE-6ED0-4A25-A485-68DA4220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387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使わない情報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2D6C3E-EE94-4A7E-B209-DAE1E737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143500"/>
            <a:ext cx="2686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ファイル本文、ファイル名、プロセス名、ランサムウェア署名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7410AF-7ACF-4E7A-A3A6-8B140AE7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9245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A4EF32-8EB9-4178-B3A7-C43E1EE7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991225"/>
            <a:ext cx="4419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検出性能・早期警告・導入可否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2E2BC5-8D79-4122-8636-5E378F1B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EC710D1-11B0-4559-9252-DAB50E25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docs/interface/ResearchBrief.md, docs/04_embedded_constraints.md, paper/sections/05_input_contract.tex</a:t>
            </a:r>
          </a:p>
        </p:txBody>
      </p:sp>
    </p:spTree>
    <p:extLst>
      <p:ext uri="{BB962C8B-B14F-4D97-AF65-F5344CB8AC3E}">
        <p14:creationId xmlns:p14="http://schemas.microsoft.com/office/powerpoint/2010/main" val="17986956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7E95E3-0CA8-4163-854A-8F30F546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C67A0-BD9C-4A3E-B134-2A0C9B0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04955-9B0B-4269-8342-DF70F5E6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4A8D8-4A90-48B0-AC45-2208B52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DECISION FRAME | 判定基準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AA9F2-3ACD-4289-8134-8288D1E2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2EF88-7A0C-411D-AE88-5264BC0B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導入可否の前に、次実験の判定基準を決める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D68DD3-2775-48DF-BD67-B22DF2FD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DCC22-711C-404B-98D0-C7C2EBF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F52E6-D0FE-43C5-A2AA-47E1F66A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決める対象は採用可否ではなく、単純規則・AE複雑度・装置制約で候補を進めるか止めるかの基準である。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20319-7A6B-472C-9564-C75A1D99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3638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1580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C1A9F-57EC-42AB-BF5D-F7D8E43E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69F42-6A14-4AB6-B4A3-D7BF748A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38375"/>
            <a:ext cx="3352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残す候補より先に、止める条件を固定する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85CEAA-9A0E-4FBC-BC2D-FF0E227D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21F16-6EFE-462E-81ED-984466BC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9912D-907F-4C53-8855-32F215AE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単純規則で足りるか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A6FC0E-D2F3-4451-915C-D04431BD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 ratio、I/O強度、LBA移動で説明できるならAE候補を縮小または棄却する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D770D2-4E97-45CC-B4C4-EC16D3DF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45EB84-C5AF-4E53-9F18-E8AFB1A8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46750-F1D2-4A65-9CA2-18A4DC85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AA75B-F857-47D2-8C8C-C784B625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B96D2D-4413-47B3-85F9-8732D986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どの演算まで必要か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E5F9B-7F84-4713-BE5F-32D3FB7F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Dense、時系列文脈、局所時間特徴、CNN-GRUを同じ入力で順番に比べる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6694EF-A273-4A67-8C61-BAF5D1C1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2C620E-157F-42A1-A6DA-2DD99419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A03756-4EBB-4D3E-9587-FD4A878E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E7C570-6B8D-4BC9-A9DE-B4659CAC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B91AB0-B4BC-4889-A21C-714307E5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装置制約に収まるか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D7E6FA-358C-41F4-898A-38D04AA5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 detector-data、MNN score一致、10秒間隔のCPU枠を別々に測る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CC33D-3345-49E4-A587-5FC12A86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9F77B1-44C8-4D43-9A0E-F73CD763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55C0D3-C979-4CDB-A541-7A90103F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035E5E-2D49-4CD4-A529-E02FEAEC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A39D91-0F34-4254-8095-3E67541A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次に何を測るか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0DA199-3D7B-4836-A280-87B7D55E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manifest付き実験、MNN変換、メモリ測定のどれが判断を進めるかを決める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87848A-D81E-4CDB-BBC5-C4B9A436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A2AE03-5169-4D7B-B266-C3A3A80C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413276-A66C-4E11-B1AD-21E02230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進める条件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D0953B-73CA-49BE-8B91-662CF320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単純規則を超える説明価値があり、MNN変換後のscore差、per-volume状態量、10秒間隔の見込みを測れる。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F21985-657C-4951-BA1F-F016ECE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520D21-1EA9-4CEA-877D-142B964B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8F1B2C-1062-4A80-97AD-E0EFE10C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止める条件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5C272C-FCAF-4CA9-8F1D-9AF6C960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単純規則で十分、安価な特徴量が不足、MNN score一致が崩れる、500 KBまたは10秒間隔のどちらかを満たせない。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9972F9-FC0E-49BA-9CB9-DFFEC0FD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895221-CFA9-4225-831C-F3244257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docs/03_PROJECT_RULES.md, docs/evidence/manuscript_claim_gate_matrix.md, docs/04_embedded_constraints.md</a:t>
            </a:r>
          </a:p>
        </p:txBody>
      </p:sp>
    </p:spTree>
    <p:extLst>
      <p:ext uri="{BB962C8B-B14F-4D97-AF65-F5344CB8AC3E}">
        <p14:creationId xmlns:p14="http://schemas.microsoft.com/office/powerpoint/2010/main" val="4112409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5FCF2A-87B8-49CF-BAE8-E766E644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F5ECB-AFE8-4404-9CE9-7B94365B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43104-0620-44D6-8660-9CC14D72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AF506-4B44-448E-9DD1-38653594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INPUT CONTRACT | 10秒統計からML入力へ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70CE1-445E-4B08-9358-FBB30EB3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3C58B-05BD-421A-A9B1-C5D23538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生イベントを保存せず、10秒統計を入力にする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FABB9-EB95-49F5-81CE-D3643973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E09B0-468E-439E-8707-373DF6A9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93D56-B2A6-4612-99DD-0A43E2BC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MLに渡すのは生イベント列ではなく、装置内で低コストに集計できる固定長の10秒統計列である。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3521D-C5F3-41E1-B95F-DB65FB69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7244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6938E-3B22-40F3-BCF1-F6201E6E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81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B108B-E661-4160-8B5A-A0F4942A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frame_10s: 装置で低コストに集計できる候補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4BA8D-D6E6-4707-AE0F-4304B871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6E226-2BD1-4AD9-A324-265BA6E3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count / bytes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1C174-1BFF-4D38-8BE3-648BF394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95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13D8A5-F655-4B7B-BC75-14869332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I/O量の強さ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6BC61B-0638-4670-AEBF-12CC6066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0CAE43-245B-4550-9F8B-C3ABDC05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ratio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6B0E4-B5A5-4603-8F82-9FC2F1C7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81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19D249-A0F8-4D76-A0FA-186151E5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19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書き込み偏り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B1F397-D624-4347-B179-5C702745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B47A89-3032-4C40-8170-CB0BA177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LBA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6821E6-6544-4FAE-B01E-A4821D54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67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D9BE23-0EE2-4C3D-852B-9E34D0D9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05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アクセス位置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59C37D-C73F-4558-AC03-CA1295C4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D1B26C-99C6-42CF-85A0-E812901A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length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A12DB2-445D-4113-B778-306A7C67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87A648-5CC3-40F0-B2CE-729CE58F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909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転送長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219EEE-6BD4-4C55-A34A-DFB63ADA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82D2C0-6EE0-44C3-914A-70204BE1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delta mean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3A7F34-D8E0-4E9F-845B-D5F00C24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38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358521-BC29-42AE-9566-0F830B31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76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前窓からの変化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C9C1CF-F440-4ACA-8F14-E3F67E57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598EDC-5DCA-46D7-A7CC-9E248089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optional telemetry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716A7D-03C4-49B6-8375-6F01983C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24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82D437-A3D0-461F-9323-DC1DFB72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低コストな圧縮/entropy系カウンタがある場合のみ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F3971E-A4C3-4160-9FAF-17C50606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E58D5D-2762-4A39-BED0-B143F963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padding / mask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B9C636-5E23-4784-8F50-0C4D0CC3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610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E25D93-2394-41FC-A74E-9BD84CC3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48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未提供の列はloss/scoreから外す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523337-10C4-4DB9-B661-6A5B87AE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76500"/>
            <a:ext cx="26098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3D60AA-F4DE-4AC3-B295-B22ED98C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X: [batch=1, N, D]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initial: N=12, D=12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context: 12 x 10s ~= 2 min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score: outside MNN graph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threshold: outside MNN graph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23B60A-4C4A-4955-AFC9-97095D6C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2247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413518-1DAC-4DBF-8644-4297078C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381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771D75-136E-4559-AC96-16CCEF4B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固定長にする理由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A1725F-55C5-418D-AABE-A57980B5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33700"/>
            <a:ext cx="190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MNN変換、メモリ、CPU枠を同じ条件で比べるため。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515B1B-6C8C-47D9-AB05-9562154C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6197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70F93D-EC14-4F5C-948C-56DA5AE3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86425"/>
            <a:ext cx="472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使わない: ファイルパス / プロセス名 / ランサムウェア署名 / ファイル本文スキャン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0FF638-C1ED-4DFA-BDE0-3114C2B2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1975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F5AE71-5072-4232-A81E-2E484AAF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8642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使う: SCSI/NVMe相当のメタデータ と 軽量カウンタ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CE0702-2BC7-4AC1-BC0B-BA9A4513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4B7ADE4-8915-4FEF-B74E-2973FFEF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paper/sections/05_input_contract.tex, docs/04_embedded_constraints.md, docs/06_memory_aware_ae_candidates.md</a:t>
            </a:r>
          </a:p>
        </p:txBody>
      </p:sp>
    </p:spTree>
    <p:extLst>
      <p:ext uri="{BB962C8B-B14F-4D97-AF65-F5344CB8AC3E}">
        <p14:creationId xmlns:p14="http://schemas.microsoft.com/office/powerpoint/2010/main" val="134705056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F9B263-0BED-4DD1-92CB-DBC3169B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B3E4B0-FBCD-4318-9478-656A1AD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7FF40-18EC-4149-AEF1-381F5EB6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AD280-0B81-4CFF-807B-BC10B76E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MODEL CANDIDATES | AE-01..05 の技術的な意味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7F400-D7AF-417C-89A1-CEA22139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4741B4-5BD8-490C-8281-EC993B54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AE-01..05で、どの追加演算が効くかを切り分ける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6BB9D-8C76-4512-86FF-3E602A36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AC963-FB72-45E3-B499-3F46FF59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0AD92-67F7-4797-91CA-457D0A8F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各候補は性能順位を決めるためではなく、圧縮・文脈・局所時間特徴・特徴混合の必要性を一つずつ確かめるために並べる。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05D06-BFDE-44BE-BF0A-47D4D282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17526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75B24-90EE-4F79-98F4-3134696B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381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D58D35-5C7E-44B8-97F0-BC9E06D2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9203C-2EE3-4B9F-BC0D-45BA876D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1409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粗い統計だけで差分が見えるか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1E17B-D1F6-4567-9676-0E7CF8F8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194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C4291-1042-47C8-BAD6-CC63B014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6BFF23-8B67-4B3D-A6BE-4E880FD7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57450"/>
            <a:ext cx="17526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EBAE10-9D9D-4B53-9EA5-38C5011A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57450"/>
            <a:ext cx="381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D0B0D-1A4C-4CBE-AC61-E9AE4A4D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098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AAF294-606C-4366-AB43-F3F2F56D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409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10秒単位の圧縮で十分か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782B79-73A2-4E74-9289-22EFDAF1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194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3AC7CB-55D5-496B-A035-947A2D30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A9473F-00B3-441B-AECB-4142AF54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17526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5F2B74-7A90-4E36-93D5-EA90959C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381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16072D-2096-4019-9393-975AA2BA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098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AE-03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3094F7-A210-430C-990F-037C1595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14650"/>
            <a:ext cx="1409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順序と過去文脈が必要か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19E10F-7830-4DDF-9349-707681BB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194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73C9C7-88A4-480F-BE50-EE4E25C2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B0482F-D243-4832-8815-25895468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17526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C7916D-1957-4858-B769-9216562C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81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D022C3-747B-49FE-AB2A-9419992D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098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AE-04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72B3F8-3406-45E3-9E0A-D1B10103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14650"/>
            <a:ext cx="1409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局所的な時間変化が必要か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0E97DA-0BF6-4AB4-A8D7-D8E4914A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194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27E501-123D-4785-8337-47A48284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72E003-DCFF-4CB6-A857-A6687954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57450"/>
            <a:ext cx="17526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64AC4-0E8C-4ABE-B4B8-E0649BE3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57450"/>
            <a:ext cx="381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8CC0AD-03AA-4207-BC4C-D42F09CF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098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AE-05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2A8856-0488-4680-A6D8-4F3E12D5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14650"/>
            <a:ext cx="14097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特徴混合と文脈の組合せが必要か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27EA78-B733-46E1-8678-7DD6284E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30289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B60E37-EF00-4F73-AEDB-0994C64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38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E2378E-F12C-46AA-B1D9-FBE1E09B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482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わかること 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F2B5F2-5BF8-4F1B-9AC5-33E0EBE2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53000"/>
            <a:ext cx="2686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AE-01/02で十分なら、時系列演算や複合モデルへ進めない。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3688B6-1C80-44ED-8536-1D43E367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95800"/>
            <a:ext cx="30289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8EC445-3C7F-414C-9695-5AF10676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95800"/>
            <a:ext cx="38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20CB9C-8064-42A5-89D7-30013638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482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わかること 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238F1F-1525-4009-BF7A-13ECF0B6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2686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AE-03/04で差が出るなら、過去文脈か局所時間特徴が必要になる。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DF33EC-0D48-4A28-AE68-9A1D38ED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30289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14DA29-7D9D-411D-B853-CB86E698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38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D15BAB-C6CE-4C24-A093-E66B7FCB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482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わかること 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B1A5DB-B46C-4F44-BE5F-91C859CD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953000"/>
            <a:ext cx="2686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AE-05だけが残るなら、複合演算の価値をMNNとメモリで再確認する。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8574F2-AD22-4C18-B6D2-767F9916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848350"/>
            <a:ext cx="579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83A9CA6-98E0-4DDD-9D20-D4D47BBC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915025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実測前に性能順位・MNN適合・500 KB内に収まった結論を言わない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13C389-C18B-468A-98BA-B256D58F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5DA4E2-CF32-4CBD-8E5A-4AD4ADC8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</p:spTree>
    <p:extLst>
      <p:ext uri="{BB962C8B-B14F-4D97-AF65-F5344CB8AC3E}">
        <p14:creationId xmlns:p14="http://schemas.microsoft.com/office/powerpoint/2010/main" val="458876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F22AF0-757A-4473-97AE-86561395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D7D45-E461-4A56-A618-D331013C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79C14-7814-469D-AA4D-2F13C20A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D28DD-55AF-4E63-BB45-B63990B8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RESOURCE BUDGET | MLに使える資源は小さい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30912-CA69-451B-9885-9F6994A1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87430-C8CC-435A-9BAF-CE90C9A5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重みは候補で変わり、状態はボリューム数で増える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F6E9C3-921C-459D-A1B3-072E15D7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5AD4A-30B9-43FB-8C63-4078E07C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956A44-FC01-4EEC-900E-DA448550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500 KBの見積もりは、候補ごとに変わる重みと、ボリュームごとに増える状態を分けて測らないと判断できない。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C7A65-8F91-4764-A2A6-A69B56FB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724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6CCA3-E81F-419C-BE6C-7EEDC86B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8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D36B5-66D5-46F1-8469-DB7EBDED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モデル重み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17131-B0E5-4CC3-93F6-39E77B3A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AE候補ごとに変わる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MNN変換後サイズを測る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共有できるかも実装で確認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DACC7-729B-43BF-BAF5-80D13E5A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6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054BCB-98D8-4AC4-883F-63811B50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9622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86D8CB-FB3B-40B5-9381-07167BD2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00300"/>
            <a:ext cx="2724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4F052-97FB-411C-98CD-8ACE58BC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00300"/>
            <a:ext cx="38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4690BC-EA5B-4748-BF06-D6482DEC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ボリューム状態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5948CB-D9A5-4D32-AC51-E3D66553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575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入力列、正規化値、しきい値、score履歴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ボリューム数Vに比例して増える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D5D2D1-2EF2-4E49-A36D-9DF7ABFE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6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67E105-DC40-4CB2-961B-29B8CC61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2ECB0A-A6DA-436B-A1A5-C000E87E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00300"/>
            <a:ext cx="2724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2C3031-AF93-44D1-9647-15157A25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00300"/>
            <a:ext cx="38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3AE4FD-FB66-4D7D-A9B1-FC443F3F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detector-data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A66750-8C6C-43BD-A1A3-93980785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 + 状態を分けて集計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KBは測定で置き換える上限目安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0BE83-266A-476E-A9CF-A4C8C54E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A66A91-9E7B-48F2-B253-7BCA517C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DCA21E-225A-4015-9AA9-F7F89A84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単一ボリュームで見る式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165F4-9D0E-4FD9-B338-1C28E951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67250"/>
            <a:ext cx="4133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detector_data ~= model_weights + state_per_volume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state_per_volume = input sequence + normalization + threshold + score history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132C92-2CE8-4578-9873-B2B367BF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10050"/>
            <a:ext cx="48196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D6418A-F273-4191-8FE2-3340FE16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1005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86EACE-07AF-462A-A7CC-7E477DEE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624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装置全体で見る式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B98BBF-F876-4056-9F15-A9B7BFD3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67250"/>
            <a:ext cx="4476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M_persistent(V) = M_shared_runtime + M_shared_weights + V x state_per_volume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M_peak(V,Q) = M_persistent(V) + Q x transient_scratch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923294-6AE8-483B-BA37-0AB88BB6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76900"/>
            <a:ext cx="3105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3B2F0F-1C09-463E-838F-990600BA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76900"/>
            <a:ext cx="38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99CBD2-4484-4A22-9C53-2D8D74E6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2930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重み: AE-01..05で変わる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2CF4FD-F791-4AE8-AADF-31B38675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676900"/>
            <a:ext cx="3105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55FA79-30EC-41A4-A578-02880CF1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676900"/>
            <a:ext cx="38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FE0FD1-A4FE-429E-9405-29B5BA54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82930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状態: N/D/履歴で変わる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39BA09-593F-45C2-A350-BE633642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76900"/>
            <a:ext cx="3105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785BCA-F946-4BE8-A001-6ABB9E42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76900"/>
            <a:ext cx="38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328581-8DB2-4D32-80D1-FA00E1C0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82930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scratch: Q推論slotで変わる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7F4BC8-B938-471D-982B-B1DEE999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D3DEB1-65C8-4BB8-938B-22D0F34F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docs/04_embedded_constraints.md, docs/memo/500kb_budget_reconciliation.md, paper/sections/08_mnn_implementation_plan.tex</a:t>
            </a:r>
          </a:p>
        </p:txBody>
      </p:sp>
    </p:spTree>
    <p:extLst>
      <p:ext uri="{BB962C8B-B14F-4D97-AF65-F5344CB8AC3E}">
        <p14:creationId xmlns:p14="http://schemas.microsoft.com/office/powerpoint/2010/main" val="21172178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51C6B3-F556-4AFB-8E96-5B6B671D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B2A99-CAC0-4730-AADB-B6B7054E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88489-5D90-43D1-BA95-8710E620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E87C7F-8113-4254-A5BC-7C6702DA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EVALUATION | 技術判断に必要な証拠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E6D5B-454E-4551-8A7A-5D8383DD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A34988-251D-456F-8A2D-06956552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採用・縮小・棄却は、四つの証拠で判断する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DC9CF-5610-43D0-BA2E-B60980DD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DD5C8-05C4-4842-829A-2860B036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02ABB-F53F-4C5B-85EE-10A99633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候補は精度だけで選ばず、offline比較、MNN score一致、detector-data、10秒間隔を同じ判定表で評価する。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5FCCF-9463-40A2-B9B9-444ACF42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2781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DC262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833896-54A8-428C-B84B-A1AC85A0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C4D84-5C2E-49D9-9230-3FF3E065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38375"/>
            <a:ext cx="2495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まだ採用とは言わない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A0241-805C-40C0-A5B5-B457AF9F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E5647-D02B-4389-B04B-B5DE77AA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42EBC3-F336-4CF8-8AA0-6BDC1760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offline検証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7A70E1-20ED-4D40-8F97-9914E251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benign-only学習、単純規則、AE-01..05を誤警報を抑えた条件で比較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CB43F-B3A6-46B5-9A99-CF6932A7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EDBD44-C8C3-44B9-8903-1555FCE4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DC0B1-FB95-4BC2-AEBE-1E6F12EF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B2A39-75EB-4E2E-9627-075D1041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D84EB-BFEC-454B-99AF-5BC45E70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score一致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DA49DA-DB0E-4C45-BED0-C07F675B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同一入力でoffline scoreとMNN scoreの差を測る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3CB02E-BFB1-4950-9D9D-7071F6E0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965AF1-8617-41E8-A65A-75D421D9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BA79B7-6CC0-4416-8D6B-5348AB0D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0B44B-6A02-4527-842F-D9504D9B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E3A291-E50E-485C-98F3-D8E033C3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detector-data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7F2BA1-070D-4DF1-8606-B75AE9C6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重み、入力列、正規化、threshold、履歴が500 KB内か測る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D1E452-64E7-4962-9295-1F1BD038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B73FC9-2891-46C0-857E-3725CAE3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6B317E-9C48-448F-90C8-7DC7E5D5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93146F-8268-4C3C-88C5-47F0406C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D5BE7D-5DEB-4B39-AD43-6F1D3048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scheduling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B64080-02A5-41A8-9458-AD2EF317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VボリュームとQ推論slotで10秒間隔を守れるか測る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1C9E55-2315-4415-9C96-CD71CC06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F8F5C1-9533-4E3C-B95F-936853A8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CBD8AB-EEC9-4A58-9F7E-D6539151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主要な評価値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FE31CF-9D32-41F0-8495-0E6CA9FD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誤警報の少なさ / 警告までの時間 / 警告前の被害量 / どの特徴量が変化したか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EFE4B7-5D33-4A0E-B33F-2C38A1B0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4A5C39-EC98-4E34-A6AB-4714FF13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675D9F-22E0-458C-A362-52EEDE21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制約に当たった時の縮小順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EF895B-7E8B-4CE5-908C-DB04AE00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特徴数Dを減らす -&gt; 系列長Nを短くする -&gt; hidden sizeを縮める -&gt; AE-05から単純候補へ戻す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C38D6F-5D24-4E79-A711-C244D580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5310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223E04-82AD-428C-8779-0FABAF6C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9775"/>
            <a:ext cx="491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固定済み: block I/O観測境界、10秒統計、AE候補、device-fitゲート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D85EEB-526A-4352-9B5A-078115D4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531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728716-1DC8-4DEF-BF66-D4C66F94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81977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検出性能、MNN readiness、500 KB内に収まった結論、実運用早期警告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DDFE21-22BF-4DF9-92FA-176F01C7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AC58A4-B7D5-42C3-B249-70D3D7D4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paper/sections/07_evaluation_plan.tex, paper/sections/08_mnn_implementation_plan.tex, docs/evidence/manuscript_claim_gate_matrix.md</a:t>
            </a:r>
          </a:p>
        </p:txBody>
      </p:sp>
    </p:spTree>
    <p:extLst>
      <p:ext uri="{BB962C8B-B14F-4D97-AF65-F5344CB8AC3E}">
        <p14:creationId xmlns:p14="http://schemas.microsoft.com/office/powerpoint/2010/main" val="10943880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2026-05-16T23:12:00.6580000Z</dcterms:created>
  <dcterms:modified xsi:type="dcterms:W3CDTF">2026-05-16T23:12:00.6580000Z</dcterms:modified>
</coreProperties>
</file>