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40e0a2e0b840e2" /><Relationship Type="http://schemas.openxmlformats.org/officeDocument/2006/relationships/extended-properties" Target="/docProps/app.xml" Id="R2a595536a69b4ec9" /><Relationship Type="http://schemas.openxmlformats.org/officeDocument/2006/relationships/officeDocument" Target="/ppt/presentation.xml" Id="R763700cfac6f422b" /></Relationships>
</file>

<file path=ppt/presentation.xml><?xml version="1.0" encoding="utf-8"?>
<p:presentation xmlns:p="http://schemas.openxmlformats.org/presentationml/2006/main">
  <p:sldMasterIdLst>
    <p:sldMasterId xmlns:r="http://schemas.openxmlformats.org/officeDocument/2006/relationships" id="2147483648" r:id="Ra5615abb15c44a14"/>
  </p:sldMasterIdLst>
  <p:notesMasterIdLst>
    <p:notesMasterId xmlns:r="http://schemas.openxmlformats.org/officeDocument/2006/relationships" r:id="R7790e3fe6aab4c15"/>
  </p:notesMasterIdLst>
  <p:sldIdLst>
    <p:sldId xmlns:r="http://schemas.openxmlformats.org/officeDocument/2006/relationships" id="256" r:id="R22f5d4961d534941"/>
    <p:sldId xmlns:r="http://schemas.openxmlformats.org/officeDocument/2006/relationships" id="257" r:id="R2d16cc01c4a94669"/>
    <p:sldId xmlns:r="http://schemas.openxmlformats.org/officeDocument/2006/relationships" id="258" r:id="R00ffb9b0833d44d1"/>
    <p:sldId xmlns:r="http://schemas.openxmlformats.org/officeDocument/2006/relationships" id="259" r:id="Ree91bec4a00a4bad"/>
    <p:sldId xmlns:r="http://schemas.openxmlformats.org/officeDocument/2006/relationships" id="260" r:id="R8400c5af7fa145f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5615abb15c44a14" /><Relationship Type="http://schemas.openxmlformats.org/officeDocument/2006/relationships/theme" Target="/ppt/theme/theme1.xml" Id="R3b71e804eac3469d" /><Relationship Type="http://schemas.openxmlformats.org/officeDocument/2006/relationships/notesMaster" Target="/ppt/notesMasters/notesMaster1.xml" Id="R7790e3fe6aab4c15" /><Relationship Type="http://schemas.openxmlformats.org/officeDocument/2006/relationships/presProps" Target="/ppt/presProps.xml" Id="Rf9398151905b4cd0" /><Relationship Type="http://schemas.openxmlformats.org/officeDocument/2006/relationships/viewProps" Target="/ppt/viewProps.xml" Id="R1f21653a96eb450c" /><Relationship Type="http://schemas.openxmlformats.org/officeDocument/2006/relationships/tableStyles" Target="/ppt/tableStyles.xml" Id="R03c5d010f579403c" /><Relationship Type="http://schemas.openxmlformats.org/officeDocument/2006/relationships/slide" Target="/ppt/slides/slide1.xml" Id="R22f5d4961d534941" /><Relationship Type="http://schemas.openxmlformats.org/officeDocument/2006/relationships/slide" Target="/ppt/slides/slide2.xml" Id="R2d16cc01c4a94669" /><Relationship Type="http://schemas.openxmlformats.org/officeDocument/2006/relationships/slide" Target="/ppt/slides/slide3.xml" Id="R00ffb9b0833d44d1" /><Relationship Type="http://schemas.openxmlformats.org/officeDocument/2006/relationships/slide" Target="/ppt/slides/slide4.xml" Id="Ree91bec4a00a4bad" /><Relationship Type="http://schemas.openxmlformats.org/officeDocument/2006/relationships/slide" Target="/ppt/slides/slide5.xml" Id="R8400c5af7fa145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f50e243c6ac743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e53b6ba5b745d6" /><Relationship Type="http://schemas.openxmlformats.org/officeDocument/2006/relationships/notesMaster" Target="/ppt/notesMasters/notesMaster1.xml" Id="Rc1eafbeb050440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bb6d56c15d4f54" /><Relationship Type="http://schemas.openxmlformats.org/officeDocument/2006/relationships/notesMaster" Target="/ppt/notesMasters/notesMaster1.xml" Id="R8bc4fc6759f64c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05ac5a12ee4a88" /><Relationship Type="http://schemas.openxmlformats.org/officeDocument/2006/relationships/notesMaster" Target="/ppt/notesMasters/notesMaster1.xml" Id="R13c99cf264e944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7a76e14f2046c3" /><Relationship Type="http://schemas.openxmlformats.org/officeDocument/2006/relationships/notesMaster" Target="/ppt/notesMasters/notesMaster1.xml" Id="R53ad1ff7197449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3dcca1f8bc484c" /><Relationship Type="http://schemas.openxmlformats.org/officeDocument/2006/relationships/notesMaster" Target="/ppt/notesMasters/notesMaster1.xml" Id="R81744cbcb69049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c6238ba5249b1"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ec78f78888244e8f" /><Relationship Type="http://schemas.openxmlformats.org/officeDocument/2006/relationships/slideLayout" Target="/ppt/slideLayouts/slideLayout2.xml" Id="R6da59ff6b9044d9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a59ff6b9044d9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df267a7a37664cd2" /><Relationship Type="http://schemas.openxmlformats.org/officeDocument/2006/relationships/notesSlide" Target="/ppt/notesSlides/notesSlide1.xml" Id="Rf7d3e44082be45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6ffbfd4ddd394dc8" /><Relationship Type="http://schemas.openxmlformats.org/officeDocument/2006/relationships/notesSlide" Target="/ppt/notesSlides/notesSlide2.xml" Id="Re7447c8e931247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3e14bf49fbb4a2a" /><Relationship Type="http://schemas.openxmlformats.org/officeDocument/2006/relationships/notesSlide" Target="/ppt/notesSlides/notesSlide3.xml" Id="R36cef9c0180d4b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7d5d03d385b14e16" /><Relationship Type="http://schemas.openxmlformats.org/officeDocument/2006/relationships/notesSlide" Target="/ppt/notesSlides/notesSlide4.xml" Id="R822e463004ac45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26454dea105a4355" /><Relationship Type="http://schemas.openxmlformats.org/officeDocument/2006/relationships/notesSlide" Target="/ppt/notesSlides/notesSlide5.xml" Id="R09e5d3eda30d4e9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35C55A-BFB1-4D23-A925-1FE8601D1C0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8FAFC"/>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D5DB7E2-3C5E-4664-A2DB-D444623D27E8}"/>
              </a:ext>
            </a:extLst>
          </p:cNvPr>
          <p:cNvSpPr>
            <a:spLocks xmlns:a="http://schemas.openxmlformats.org/drawingml/2006/main" noGrp="1"/>
          </p:cNvSpPr>
          <p:nvPr/>
        </p:nvSpPr>
        <p:spPr>
          <a:xfrm xmlns:a="http://schemas.openxmlformats.org/drawingml/2006/main">
            <a:off x="0" y="0"/>
            <a:ext cx="12192000" cy="2095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C9869C1-6BBC-4B90-B8F9-C03FA20A9C0E}"/>
              </a:ext>
            </a:extLst>
          </p:cNvPr>
          <p:cNvSpPr>
            <a:spLocks xmlns:a="http://schemas.openxmlformats.org/drawingml/2006/main" noGrp="1"/>
          </p:cNvSpPr>
          <p:nvPr/>
        </p:nvSpPr>
        <p:spPr>
          <a:xfrm xmlns:a="http://schemas.openxmlformats.org/drawingml/2006/main">
            <a:off x="552450" y="495300"/>
            <a:ext cx="76200" cy="76200"/>
          </a:xfrm>
          <a:prstGeom xmlns:a="http://schemas.openxmlformats.org/drawingml/2006/main" prst="rect">
            <a:avLst/>
          </a:prstGeom>
          <a:solidFill xmlns:a="http://schemas.openxmlformats.org/drawingml/2006/main">
            <a:srgbClr val="2563E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15842D6-DA86-4AFA-9C78-F040BF3111B6}"/>
              </a:ext>
            </a:extLst>
          </p:cNvPr>
          <p:cNvSpPr>
            <a:spLocks xmlns:a="http://schemas.openxmlformats.org/drawingml/2006/main" noGrp="1"/>
          </p:cNvSpPr>
          <p:nvPr/>
        </p:nvSpPr>
        <p:spPr>
          <a:xfrm xmlns:a="http://schemas.openxmlformats.org/drawingml/2006/main">
            <a:off x="742950" y="41910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825" b="1">
                <a:solidFill>
                  <a:srgbClr val="64748B"/>
                </a:solidFill>
                <a:latin typeface="Hiragino Sans"/>
                <a:ea typeface="Hiragino Sans"/>
                <a:cs typeface="Hiragino Sans"/>
              </a:defRPr>
            </a:pPr>
            <a:r>
              <a:rPr sz="825" b="1">
                <a:solidFill>
                  <a:srgbClr val="64748B"/>
                </a:solidFill>
                <a:latin typeface="Hiragino Sans"/>
                <a:ea typeface="Hiragino Sans"/>
                <a:cs typeface="Hiragino Sans"/>
              </a:rPr>
              <a:t>WHY THIS MATTERS | 最後の観測点</a:t>
            </a:r>
          </a:p>
        </p:txBody>
      </p:sp>
      <p:sp>
        <p:nvSpPr>
          <p:cNvPr id="5" name="">
            <a:extLst xmlns:a="http://schemas.openxmlformats.org/drawingml/2006/main">
              <a:ext uri="{FF2B5EF4-FFF2-40B4-BE49-F238E27FC236}">
                <a16:creationId xmlns:a16="http://schemas.microsoft.com/office/drawing/2014/main" id="{24EE10C8-2E05-48A5-9C30-008D1D74A6D4}"/>
              </a:ext>
            </a:extLst>
          </p:cNvPr>
          <p:cNvSpPr>
            <a:spLocks xmlns:a="http://schemas.openxmlformats.org/drawingml/2006/main" noGrp="1"/>
          </p:cNvSpPr>
          <p:nvPr/>
        </p:nvSpPr>
        <p:spPr>
          <a:xfrm xmlns:a="http://schemas.openxmlformats.org/drawingml/2006/main">
            <a:off x="552450" y="800100"/>
            <a:ext cx="108585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00" b="1">
                <a:solidFill>
                  <a:srgbClr val="0F172A"/>
                </a:solidFill>
                <a:latin typeface="Hiragino Mincho ProN"/>
                <a:ea typeface="Hiragino Mincho ProN"/>
                <a:cs typeface="Hiragino Mincho ProN"/>
              </a:defRPr>
            </a:pPr>
            <a:r>
              <a:rPr sz="2400" b="1">
                <a:solidFill>
                  <a:srgbClr val="0F172A"/>
                </a:solidFill>
                <a:latin typeface="Hiragino Mincho ProN"/>
                <a:ea typeface="Hiragino Mincho ProN"/>
                <a:cs typeface="Hiragino Mincho ProN"/>
              </a:rPr>
              <a:t>守るべきものはファイル名ではなく、被害が進む書き込みの流れ</a:t>
            </a:r>
          </a:p>
        </p:txBody>
      </p:sp>
      <p:sp>
        <p:nvSpPr>
          <p:cNvPr id="6" name="">
            <a:extLst xmlns:a="http://schemas.openxmlformats.org/drawingml/2006/main">
              <a:ext uri="{FF2B5EF4-FFF2-40B4-BE49-F238E27FC236}">
                <a16:creationId xmlns:a16="http://schemas.microsoft.com/office/drawing/2014/main" id="{C7CE1809-2B9D-42D3-A781-3374AA19AA36}"/>
              </a:ext>
            </a:extLst>
          </p:cNvPr>
          <p:cNvSpPr>
            <a:spLocks xmlns:a="http://schemas.openxmlformats.org/drawingml/2006/main" noGrp="1"/>
          </p:cNvSpPr>
          <p:nvPr/>
        </p:nvSpPr>
        <p:spPr>
          <a:xfrm xmlns:a="http://schemas.openxmlformats.org/drawingml/2006/main">
            <a:off x="552450" y="1714500"/>
            <a:ext cx="9906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ホスト側の手がかりが使えない状況でも、暗号化や破壊の書き込みはストレージ装置を通ります。この研究は、その最後の通過点に早期警告の余地があるかを測ります。</a:t>
            </a:r>
          </a:p>
        </p:txBody>
      </p:sp>
      <p:sp>
        <p:nvSpPr>
          <p:cNvPr id="7" name="">
            <a:extLst xmlns:a="http://schemas.openxmlformats.org/drawingml/2006/main">
              <a:ext uri="{FF2B5EF4-FFF2-40B4-BE49-F238E27FC236}">
                <a16:creationId xmlns:a16="http://schemas.microsoft.com/office/drawing/2014/main" id="{A5A86A73-6E24-4093-884E-CB0F3E1E3412}"/>
              </a:ext>
            </a:extLst>
          </p:cNvPr>
          <p:cNvSpPr>
            <a:spLocks xmlns:a="http://schemas.openxmlformats.org/drawingml/2006/main" noGrp="1"/>
          </p:cNvSpPr>
          <p:nvPr/>
        </p:nvSpPr>
        <p:spPr>
          <a:xfrm xmlns:a="http://schemas.openxmlformats.org/drawingml/2006/main">
            <a:off x="742950" y="2400300"/>
            <a:ext cx="1070610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8" name="">
            <a:extLst xmlns:a="http://schemas.openxmlformats.org/drawingml/2006/main">
              <a:ext uri="{FF2B5EF4-FFF2-40B4-BE49-F238E27FC236}">
                <a16:creationId xmlns:a16="http://schemas.microsoft.com/office/drawing/2014/main" id="{C5F71723-7265-45F3-B400-852A9443C1B6}"/>
              </a:ext>
            </a:extLst>
          </p:cNvPr>
          <p:cNvSpPr>
            <a:spLocks xmlns:a="http://schemas.openxmlformats.org/drawingml/2006/main" noGrp="1"/>
          </p:cNvSpPr>
          <p:nvPr/>
        </p:nvSpPr>
        <p:spPr>
          <a:xfrm xmlns:a="http://schemas.openxmlformats.org/drawingml/2006/main">
            <a:off x="1066800" y="2667000"/>
            <a:ext cx="1924050" cy="819150"/>
          </a:xfrm>
          <a:prstGeom xmlns:a="http://schemas.openxmlformats.org/drawingml/2006/main" prst="rect">
            <a:avLst/>
          </a:prstGeom>
          <a:solidFill xmlns:a="http://schemas.openxmlformats.org/drawingml/2006/main">
            <a:srgbClr val="FEE2E2"/>
          </a:solidFill>
          <a:ln xmlns:a="http://schemas.openxmlformats.org/drawingml/2006/main" w="9525">
            <a:solidFill>
              <a:srgbClr val="B91C1C"/>
            </a:solidFill>
            <a:prstDash val="solid"/>
          </a:ln>
        </p:spPr>
      </p:sp>
      <p:sp>
        <p:nvSpPr>
          <p:cNvPr id="9" name="">
            <a:extLst xmlns:a="http://schemas.openxmlformats.org/drawingml/2006/main">
              <a:ext uri="{FF2B5EF4-FFF2-40B4-BE49-F238E27FC236}">
                <a16:creationId xmlns:a16="http://schemas.microsoft.com/office/drawing/2014/main" id="{61410A77-6AB5-41B8-A337-04B03C00B19D}"/>
              </a:ext>
            </a:extLst>
          </p:cNvPr>
          <p:cNvSpPr>
            <a:spLocks xmlns:a="http://schemas.openxmlformats.org/drawingml/2006/main" noGrp="1"/>
          </p:cNvSpPr>
          <p:nvPr/>
        </p:nvSpPr>
        <p:spPr>
          <a:xfrm xmlns:a="http://schemas.openxmlformats.org/drawingml/2006/main">
            <a:off x="1238250" y="2809875"/>
            <a:ext cx="1581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1C1C"/>
                </a:solidFill>
                <a:latin typeface="Hiragino Sans"/>
                <a:ea typeface="Hiragino Sans"/>
                <a:cs typeface="Hiragino Sans"/>
              </a:defRPr>
            </a:pPr>
            <a:r>
              <a:rPr sz="1125" b="1">
                <a:solidFill>
                  <a:srgbClr val="B91C1C"/>
                </a:solidFill>
                <a:latin typeface="Hiragino Sans"/>
                <a:ea typeface="Hiragino Sans"/>
                <a:cs typeface="Hiragino Sans"/>
              </a:rPr>
              <a:t>侵入</a:t>
            </a:r>
          </a:p>
        </p:txBody>
      </p:sp>
      <p:sp>
        <p:nvSpPr>
          <p:cNvPr id="10" name="">
            <a:extLst xmlns:a="http://schemas.openxmlformats.org/drawingml/2006/main">
              <a:ext uri="{FF2B5EF4-FFF2-40B4-BE49-F238E27FC236}">
                <a16:creationId xmlns:a16="http://schemas.microsoft.com/office/drawing/2014/main" id="{AFFFE0CE-6193-4FAE-8400-E334E3F76FAE}"/>
              </a:ext>
            </a:extLst>
          </p:cNvPr>
          <p:cNvSpPr>
            <a:spLocks xmlns:a="http://schemas.openxmlformats.org/drawingml/2006/main" noGrp="1"/>
          </p:cNvSpPr>
          <p:nvPr/>
        </p:nvSpPr>
        <p:spPr>
          <a:xfrm xmlns:a="http://schemas.openxmlformats.org/drawingml/2006/main">
            <a:off x="1238250" y="3143250"/>
            <a:ext cx="1581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10" b="0">
                <a:solidFill>
                  <a:srgbClr val="64748B"/>
                </a:solidFill>
                <a:latin typeface="Hiragino Sans"/>
                <a:ea typeface="Hiragino Sans"/>
                <a:cs typeface="Hiragino Sans"/>
              </a:defRPr>
            </a:pPr>
            <a:r>
              <a:rPr sz="810" b="0">
                <a:solidFill>
                  <a:srgbClr val="64748B"/>
                </a:solidFill>
                <a:latin typeface="Hiragino Sans"/>
                <a:ea typeface="Hiragino Sans"/>
                <a:cs typeface="Hiragino Sans"/>
              </a:rPr>
              <a:t>ホスト側の詳細は前提にしない</a:t>
            </a:r>
          </a:p>
        </p:txBody>
      </p:sp>
      <p:sp>
        <p:nvSpPr>
          <p:cNvPr id="11" name="">
            <a:extLst xmlns:a="http://schemas.openxmlformats.org/drawingml/2006/main">
              <a:ext uri="{FF2B5EF4-FFF2-40B4-BE49-F238E27FC236}">
                <a16:creationId xmlns:a16="http://schemas.microsoft.com/office/drawing/2014/main" id="{1D8DA278-C3AC-408D-BD7B-F27703BF9DAE}"/>
              </a:ext>
            </a:extLst>
          </p:cNvPr>
          <p:cNvSpPr>
            <a:spLocks xmlns:a="http://schemas.openxmlformats.org/drawingml/2006/main" noGrp="1"/>
          </p:cNvSpPr>
          <p:nvPr/>
        </p:nvSpPr>
        <p:spPr>
          <a:xfrm xmlns:a="http://schemas.openxmlformats.org/drawingml/2006/main">
            <a:off x="3124200" y="3076575"/>
            <a:ext cx="2286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4F419A4-E5DD-490B-9DF9-EF023EA9456F}"/>
              </a:ext>
            </a:extLst>
          </p:cNvPr>
          <p:cNvSpPr>
            <a:spLocks xmlns:a="http://schemas.openxmlformats.org/drawingml/2006/main" noGrp="1"/>
          </p:cNvSpPr>
          <p:nvPr/>
        </p:nvSpPr>
        <p:spPr>
          <a:xfrm xmlns:a="http://schemas.openxmlformats.org/drawingml/2006/main">
            <a:off x="3352800" y="2962275"/>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13" name="">
            <a:extLst xmlns:a="http://schemas.openxmlformats.org/drawingml/2006/main">
              <a:ext uri="{FF2B5EF4-FFF2-40B4-BE49-F238E27FC236}">
                <a16:creationId xmlns:a16="http://schemas.microsoft.com/office/drawing/2014/main" id="{D9992FD0-9728-47E4-AF04-40FBCEBCC171}"/>
              </a:ext>
            </a:extLst>
          </p:cNvPr>
          <p:cNvSpPr>
            <a:spLocks xmlns:a="http://schemas.openxmlformats.org/drawingml/2006/main" noGrp="1"/>
          </p:cNvSpPr>
          <p:nvPr/>
        </p:nvSpPr>
        <p:spPr>
          <a:xfrm xmlns:a="http://schemas.openxmlformats.org/drawingml/2006/main">
            <a:off x="3638550" y="2667000"/>
            <a:ext cx="1924050" cy="819150"/>
          </a:xfrm>
          <a:prstGeom xmlns:a="http://schemas.openxmlformats.org/drawingml/2006/main" prst="rect">
            <a:avLst/>
          </a:prstGeom>
          <a:solidFill xmlns:a="http://schemas.openxmlformats.org/drawingml/2006/main">
            <a:srgbClr val="FEF3C7"/>
          </a:solidFill>
          <a:ln xmlns:a="http://schemas.openxmlformats.org/drawingml/2006/main" w="9525">
            <a:solidFill>
              <a:srgbClr val="B45309"/>
            </a:solidFill>
            <a:prstDash val="solid"/>
          </a:ln>
        </p:spPr>
      </p:sp>
      <p:sp>
        <p:nvSpPr>
          <p:cNvPr id="14" name="">
            <a:extLst xmlns:a="http://schemas.openxmlformats.org/drawingml/2006/main">
              <a:ext uri="{FF2B5EF4-FFF2-40B4-BE49-F238E27FC236}">
                <a16:creationId xmlns:a16="http://schemas.microsoft.com/office/drawing/2014/main" id="{D190ED93-4B38-4572-AD6D-083509A7FA1A}"/>
              </a:ext>
            </a:extLst>
          </p:cNvPr>
          <p:cNvSpPr>
            <a:spLocks xmlns:a="http://schemas.openxmlformats.org/drawingml/2006/main" noGrp="1"/>
          </p:cNvSpPr>
          <p:nvPr/>
        </p:nvSpPr>
        <p:spPr>
          <a:xfrm xmlns:a="http://schemas.openxmlformats.org/drawingml/2006/main">
            <a:off x="3810000" y="2809875"/>
            <a:ext cx="1581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45309"/>
                </a:solidFill>
                <a:latin typeface="Hiragino Sans"/>
                <a:ea typeface="Hiragino Sans"/>
                <a:cs typeface="Hiragino Sans"/>
              </a:defRPr>
            </a:pPr>
            <a:r>
              <a:rPr sz="1125" b="1">
                <a:solidFill>
                  <a:srgbClr val="B45309"/>
                </a:solidFill>
                <a:latin typeface="Hiragino Sans"/>
                <a:ea typeface="Hiragino Sans"/>
                <a:cs typeface="Hiragino Sans"/>
              </a:rPr>
              <a:t>大量の書き込み</a:t>
            </a:r>
          </a:p>
        </p:txBody>
      </p:sp>
      <p:sp>
        <p:nvSpPr>
          <p:cNvPr id="15" name="">
            <a:extLst xmlns:a="http://schemas.openxmlformats.org/drawingml/2006/main">
              <a:ext uri="{FF2B5EF4-FFF2-40B4-BE49-F238E27FC236}">
                <a16:creationId xmlns:a16="http://schemas.microsoft.com/office/drawing/2014/main" id="{1D2B1784-13AD-4064-917A-B95B5F8E33FC}"/>
              </a:ext>
            </a:extLst>
          </p:cNvPr>
          <p:cNvSpPr>
            <a:spLocks xmlns:a="http://schemas.openxmlformats.org/drawingml/2006/main" noGrp="1"/>
          </p:cNvSpPr>
          <p:nvPr/>
        </p:nvSpPr>
        <p:spPr>
          <a:xfrm xmlns:a="http://schemas.openxmlformats.org/drawingml/2006/main">
            <a:off x="3810000" y="3143250"/>
            <a:ext cx="1581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10" b="0">
                <a:solidFill>
                  <a:srgbClr val="64748B"/>
                </a:solidFill>
                <a:latin typeface="Hiragino Sans"/>
                <a:ea typeface="Hiragino Sans"/>
                <a:cs typeface="Hiragino Sans"/>
              </a:defRPr>
            </a:pPr>
            <a:r>
              <a:rPr sz="810" b="0">
                <a:solidFill>
                  <a:srgbClr val="64748B"/>
                </a:solidFill>
                <a:latin typeface="Hiragino Sans"/>
                <a:ea typeface="Hiragino Sans"/>
                <a:cs typeface="Hiragino Sans"/>
              </a:rPr>
              <a:t>被害はI/Oとして装置へ届く</a:t>
            </a:r>
          </a:p>
        </p:txBody>
      </p:sp>
      <p:sp>
        <p:nvSpPr>
          <p:cNvPr id="16" name="">
            <a:extLst xmlns:a="http://schemas.openxmlformats.org/drawingml/2006/main">
              <a:ext uri="{FF2B5EF4-FFF2-40B4-BE49-F238E27FC236}">
                <a16:creationId xmlns:a16="http://schemas.microsoft.com/office/drawing/2014/main" id="{5DE48E43-0901-4507-8683-6BBF7D317A5D}"/>
              </a:ext>
            </a:extLst>
          </p:cNvPr>
          <p:cNvSpPr>
            <a:spLocks xmlns:a="http://schemas.openxmlformats.org/drawingml/2006/main" noGrp="1"/>
          </p:cNvSpPr>
          <p:nvPr/>
        </p:nvSpPr>
        <p:spPr>
          <a:xfrm xmlns:a="http://schemas.openxmlformats.org/drawingml/2006/main">
            <a:off x="5695950" y="3076575"/>
            <a:ext cx="2286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6179B8D0-4828-4EA9-8001-753459C7E564}"/>
              </a:ext>
            </a:extLst>
          </p:cNvPr>
          <p:cNvSpPr>
            <a:spLocks xmlns:a="http://schemas.openxmlformats.org/drawingml/2006/main" noGrp="1"/>
          </p:cNvSpPr>
          <p:nvPr/>
        </p:nvSpPr>
        <p:spPr>
          <a:xfrm xmlns:a="http://schemas.openxmlformats.org/drawingml/2006/main">
            <a:off x="5924550" y="2962275"/>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18" name="">
            <a:extLst xmlns:a="http://schemas.openxmlformats.org/drawingml/2006/main">
              <a:ext uri="{FF2B5EF4-FFF2-40B4-BE49-F238E27FC236}">
                <a16:creationId xmlns:a16="http://schemas.microsoft.com/office/drawing/2014/main" id="{74A99D42-0FA8-4F56-80A6-862BF83E2A16}"/>
              </a:ext>
            </a:extLst>
          </p:cNvPr>
          <p:cNvSpPr>
            <a:spLocks xmlns:a="http://schemas.openxmlformats.org/drawingml/2006/main" noGrp="1"/>
          </p:cNvSpPr>
          <p:nvPr/>
        </p:nvSpPr>
        <p:spPr>
          <a:xfrm xmlns:a="http://schemas.openxmlformats.org/drawingml/2006/main">
            <a:off x="6210300" y="2667000"/>
            <a:ext cx="1924050" cy="81915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19" name="">
            <a:extLst xmlns:a="http://schemas.openxmlformats.org/drawingml/2006/main">
              <a:ext uri="{FF2B5EF4-FFF2-40B4-BE49-F238E27FC236}">
                <a16:creationId xmlns:a16="http://schemas.microsoft.com/office/drawing/2014/main" id="{824BB440-07C3-4A36-AFBA-BF7A7BA2F7BF}"/>
              </a:ext>
            </a:extLst>
          </p:cNvPr>
          <p:cNvSpPr>
            <a:spLocks xmlns:a="http://schemas.openxmlformats.org/drawingml/2006/main" noGrp="1"/>
          </p:cNvSpPr>
          <p:nvPr/>
        </p:nvSpPr>
        <p:spPr>
          <a:xfrm xmlns:a="http://schemas.openxmlformats.org/drawingml/2006/main">
            <a:off x="6381750" y="2809875"/>
            <a:ext cx="1581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5803D"/>
                </a:solidFill>
                <a:latin typeface="Hiragino Sans"/>
                <a:ea typeface="Hiragino Sans"/>
                <a:cs typeface="Hiragino Sans"/>
              </a:defRPr>
            </a:pPr>
            <a:r>
              <a:rPr sz="1125" b="1">
                <a:solidFill>
                  <a:srgbClr val="15803D"/>
                </a:solidFill>
                <a:latin typeface="Hiragino Sans"/>
                <a:ea typeface="Hiragino Sans"/>
                <a:cs typeface="Hiragino Sans"/>
              </a:rPr>
              <a:t>10秒で要約</a:t>
            </a:r>
          </a:p>
        </p:txBody>
      </p:sp>
      <p:sp>
        <p:nvSpPr>
          <p:cNvPr id="20" name="">
            <a:extLst xmlns:a="http://schemas.openxmlformats.org/drawingml/2006/main">
              <a:ext uri="{FF2B5EF4-FFF2-40B4-BE49-F238E27FC236}">
                <a16:creationId xmlns:a16="http://schemas.microsoft.com/office/drawing/2014/main" id="{A7102AEF-19FF-46FB-8C14-0BF9F02B90CA}"/>
              </a:ext>
            </a:extLst>
          </p:cNvPr>
          <p:cNvSpPr>
            <a:spLocks xmlns:a="http://schemas.openxmlformats.org/drawingml/2006/main" noGrp="1"/>
          </p:cNvSpPr>
          <p:nvPr/>
        </p:nvSpPr>
        <p:spPr>
          <a:xfrm xmlns:a="http://schemas.openxmlformats.org/drawingml/2006/main">
            <a:off x="6381750" y="3143250"/>
            <a:ext cx="1581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10" b="0">
                <a:solidFill>
                  <a:srgbClr val="64748B"/>
                </a:solidFill>
                <a:latin typeface="Hiragino Sans"/>
                <a:ea typeface="Hiragino Sans"/>
                <a:cs typeface="Hiragino Sans"/>
              </a:defRPr>
            </a:pPr>
            <a:r>
              <a:rPr sz="810" b="0">
                <a:solidFill>
                  <a:srgbClr val="64748B"/>
                </a:solidFill>
                <a:latin typeface="Hiragino Sans"/>
                <a:ea typeface="Hiragino Sans"/>
                <a:cs typeface="Hiragino Sans"/>
              </a:rPr>
              <a:t>安く数えられる量だけ残す</a:t>
            </a:r>
          </a:p>
        </p:txBody>
      </p:sp>
      <p:sp>
        <p:nvSpPr>
          <p:cNvPr id="21" name="">
            <a:extLst xmlns:a="http://schemas.openxmlformats.org/drawingml/2006/main">
              <a:ext uri="{FF2B5EF4-FFF2-40B4-BE49-F238E27FC236}">
                <a16:creationId xmlns:a16="http://schemas.microsoft.com/office/drawing/2014/main" id="{9092CD49-17BE-4B2B-973C-6D5438E0D843}"/>
              </a:ext>
            </a:extLst>
          </p:cNvPr>
          <p:cNvSpPr>
            <a:spLocks xmlns:a="http://schemas.openxmlformats.org/drawingml/2006/main" noGrp="1"/>
          </p:cNvSpPr>
          <p:nvPr/>
        </p:nvSpPr>
        <p:spPr>
          <a:xfrm xmlns:a="http://schemas.openxmlformats.org/drawingml/2006/main">
            <a:off x="8267700" y="3076575"/>
            <a:ext cx="2286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5C2B732-8CBD-454D-9A40-31540F5060DB}"/>
              </a:ext>
            </a:extLst>
          </p:cNvPr>
          <p:cNvSpPr>
            <a:spLocks xmlns:a="http://schemas.openxmlformats.org/drawingml/2006/main" noGrp="1"/>
          </p:cNvSpPr>
          <p:nvPr/>
        </p:nvSpPr>
        <p:spPr>
          <a:xfrm xmlns:a="http://schemas.openxmlformats.org/drawingml/2006/main">
            <a:off x="8496300" y="2962275"/>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23" name="">
            <a:extLst xmlns:a="http://schemas.openxmlformats.org/drawingml/2006/main">
              <a:ext uri="{FF2B5EF4-FFF2-40B4-BE49-F238E27FC236}">
                <a16:creationId xmlns:a16="http://schemas.microsoft.com/office/drawing/2014/main" id="{2D344E57-3FC6-423E-B073-94D136D893AD}"/>
              </a:ext>
            </a:extLst>
          </p:cNvPr>
          <p:cNvSpPr>
            <a:spLocks xmlns:a="http://schemas.openxmlformats.org/drawingml/2006/main" noGrp="1"/>
          </p:cNvSpPr>
          <p:nvPr/>
        </p:nvSpPr>
        <p:spPr>
          <a:xfrm xmlns:a="http://schemas.openxmlformats.org/drawingml/2006/main">
            <a:off x="8782050" y="2667000"/>
            <a:ext cx="1924050" cy="819150"/>
          </a:xfrm>
          <a:prstGeom xmlns:a="http://schemas.openxmlformats.org/drawingml/2006/main" prst="rect">
            <a:avLst/>
          </a:prstGeom>
          <a:solidFill xmlns:a="http://schemas.openxmlformats.org/drawingml/2006/main">
            <a:srgbClr val="EDE9FE"/>
          </a:solidFill>
          <a:ln xmlns:a="http://schemas.openxmlformats.org/drawingml/2006/main" w="9525">
            <a:solidFill>
              <a:srgbClr val="6D28D9"/>
            </a:solidFill>
            <a:prstDash val="solid"/>
          </a:ln>
        </p:spPr>
      </p:sp>
      <p:sp>
        <p:nvSpPr>
          <p:cNvPr id="24" name="">
            <a:extLst xmlns:a="http://schemas.openxmlformats.org/drawingml/2006/main">
              <a:ext uri="{FF2B5EF4-FFF2-40B4-BE49-F238E27FC236}">
                <a16:creationId xmlns:a16="http://schemas.microsoft.com/office/drawing/2014/main" id="{978243E5-32C8-4E66-A236-14EABDE978A7}"/>
              </a:ext>
            </a:extLst>
          </p:cNvPr>
          <p:cNvSpPr>
            <a:spLocks xmlns:a="http://schemas.openxmlformats.org/drawingml/2006/main" noGrp="1"/>
          </p:cNvSpPr>
          <p:nvPr/>
        </p:nvSpPr>
        <p:spPr>
          <a:xfrm xmlns:a="http://schemas.openxmlformats.org/drawingml/2006/main">
            <a:off x="8953500" y="2809875"/>
            <a:ext cx="1581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6D28D9"/>
                </a:solidFill>
                <a:latin typeface="Hiragino Sans"/>
                <a:ea typeface="Hiragino Sans"/>
                <a:cs typeface="Hiragino Sans"/>
              </a:defRPr>
            </a:pPr>
            <a:r>
              <a:rPr sz="1125" b="1">
                <a:solidFill>
                  <a:srgbClr val="6D28D9"/>
                </a:solidFill>
                <a:latin typeface="Hiragino Sans"/>
                <a:ea typeface="Hiragino Sans"/>
                <a:cs typeface="Hiragino Sans"/>
              </a:rPr>
              <a:t>警告可能性</a:t>
            </a:r>
          </a:p>
        </p:txBody>
      </p:sp>
      <p:sp>
        <p:nvSpPr>
          <p:cNvPr id="25" name="">
            <a:extLst xmlns:a="http://schemas.openxmlformats.org/drawingml/2006/main">
              <a:ext uri="{FF2B5EF4-FFF2-40B4-BE49-F238E27FC236}">
                <a16:creationId xmlns:a16="http://schemas.microsoft.com/office/drawing/2014/main" id="{7592264C-E7D8-4781-853A-92DA20239D88}"/>
              </a:ext>
            </a:extLst>
          </p:cNvPr>
          <p:cNvSpPr>
            <a:spLocks xmlns:a="http://schemas.openxmlformats.org/drawingml/2006/main" noGrp="1"/>
          </p:cNvSpPr>
          <p:nvPr/>
        </p:nvSpPr>
        <p:spPr>
          <a:xfrm xmlns:a="http://schemas.openxmlformats.org/drawingml/2006/main">
            <a:off x="8953500" y="3143250"/>
            <a:ext cx="1581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10" b="0">
                <a:solidFill>
                  <a:srgbClr val="64748B"/>
                </a:solidFill>
                <a:latin typeface="Hiragino Sans"/>
                <a:ea typeface="Hiragino Sans"/>
                <a:cs typeface="Hiragino Sans"/>
              </a:defRPr>
            </a:pPr>
            <a:r>
              <a:rPr sz="810" b="0">
                <a:solidFill>
                  <a:srgbClr val="64748B"/>
                </a:solidFill>
                <a:latin typeface="Hiragino Sans"/>
                <a:ea typeface="Hiragino Sans"/>
                <a:cs typeface="Hiragino Sans"/>
              </a:rPr>
              <a:t>できる/できないを研究で判定</a:t>
            </a:r>
          </a:p>
        </p:txBody>
      </p:sp>
      <p:sp>
        <p:nvSpPr>
          <p:cNvPr id="26" name="">
            <a:extLst xmlns:a="http://schemas.openxmlformats.org/drawingml/2006/main">
              <a:ext uri="{FF2B5EF4-FFF2-40B4-BE49-F238E27FC236}">
                <a16:creationId xmlns:a16="http://schemas.microsoft.com/office/drawing/2014/main" id="{08FCE93C-5552-4FAD-A32D-C737AD283F59}"/>
              </a:ext>
            </a:extLst>
          </p:cNvPr>
          <p:cNvSpPr>
            <a:spLocks xmlns:a="http://schemas.openxmlformats.org/drawingml/2006/main" noGrp="1"/>
          </p:cNvSpPr>
          <p:nvPr/>
        </p:nvSpPr>
        <p:spPr>
          <a:xfrm xmlns:a="http://schemas.openxmlformats.org/drawingml/2006/main">
            <a:off x="838200" y="4610100"/>
            <a:ext cx="28575" cy="704850"/>
          </a:xfrm>
          <a:prstGeom xmlns:a="http://schemas.openxmlformats.org/drawingml/2006/main" prst="rect">
            <a:avLst/>
          </a:prstGeom>
          <a:solidFill xmlns:a="http://schemas.openxmlformats.org/drawingml/2006/main">
            <a:srgbClr val="2563EB"/>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9D3CD5B-3ED5-4844-8BDA-7E9B9CF35508}"/>
              </a:ext>
            </a:extLst>
          </p:cNvPr>
          <p:cNvSpPr>
            <a:spLocks xmlns:a="http://schemas.openxmlformats.org/drawingml/2006/main" noGrp="1"/>
          </p:cNvSpPr>
          <p:nvPr/>
        </p:nvSpPr>
        <p:spPr>
          <a:xfrm xmlns:a="http://schemas.openxmlformats.org/drawingml/2006/main">
            <a:off x="1009650" y="45720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0F172A"/>
                </a:solidFill>
                <a:latin typeface="Hiragino Sans"/>
                <a:ea typeface="Hiragino Sans"/>
                <a:cs typeface="Hiragino Sans"/>
              </a:defRPr>
            </a:pPr>
            <a:r>
              <a:rPr sz="1200" b="1">
                <a:solidFill>
                  <a:srgbClr val="0F172A"/>
                </a:solidFill>
                <a:latin typeface="Hiragino Sans"/>
                <a:ea typeface="Hiragino Sans"/>
                <a:cs typeface="Hiragino Sans"/>
              </a:rPr>
              <a:t>社会的意義</a:t>
            </a:r>
          </a:p>
        </p:txBody>
      </p:sp>
      <p:sp>
        <p:nvSpPr>
          <p:cNvPr id="28" name="">
            <a:extLst xmlns:a="http://schemas.openxmlformats.org/drawingml/2006/main">
              <a:ext uri="{FF2B5EF4-FFF2-40B4-BE49-F238E27FC236}">
                <a16:creationId xmlns:a16="http://schemas.microsoft.com/office/drawing/2014/main" id="{DAE74525-EA6E-4B75-8987-55FF87836608}"/>
              </a:ext>
            </a:extLst>
          </p:cNvPr>
          <p:cNvSpPr>
            <a:spLocks xmlns:a="http://schemas.openxmlformats.org/drawingml/2006/main" noGrp="1"/>
          </p:cNvSpPr>
          <p:nvPr/>
        </p:nvSpPr>
        <p:spPr>
          <a:xfrm xmlns:a="http://schemas.openxmlformats.org/drawingml/2006/main">
            <a:off x="1009650" y="4914900"/>
            <a:ext cx="2857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64748B"/>
                </a:solidFill>
                <a:latin typeface="Hiragino Sans"/>
                <a:ea typeface="Hiragino Sans"/>
                <a:cs typeface="Hiragino Sans"/>
              </a:defRPr>
            </a:pPr>
            <a:r>
              <a:rPr sz="915" b="0">
                <a:solidFill>
                  <a:srgbClr val="64748B"/>
                </a:solidFill>
                <a:latin typeface="Hiragino Sans"/>
                <a:ea typeface="Hiragino Sans"/>
                <a:cs typeface="Hiragino Sans"/>
              </a:rPr>
              <a:t>感染後の被害拡大を、より下流の共通点から抑えられる可能性を検証する。</a:t>
            </a:r>
          </a:p>
        </p:txBody>
      </p:sp>
      <p:sp>
        <p:nvSpPr>
          <p:cNvPr id="29" name="">
            <a:extLst xmlns:a="http://schemas.openxmlformats.org/drawingml/2006/main">
              <a:ext uri="{FF2B5EF4-FFF2-40B4-BE49-F238E27FC236}">
                <a16:creationId xmlns:a16="http://schemas.microsoft.com/office/drawing/2014/main" id="{8D97D868-FA43-44B8-B1F0-A6E9E0CA6ACF}"/>
              </a:ext>
            </a:extLst>
          </p:cNvPr>
          <p:cNvSpPr>
            <a:spLocks xmlns:a="http://schemas.openxmlformats.org/drawingml/2006/main" noGrp="1"/>
          </p:cNvSpPr>
          <p:nvPr/>
        </p:nvSpPr>
        <p:spPr>
          <a:xfrm xmlns:a="http://schemas.openxmlformats.org/drawingml/2006/main">
            <a:off x="4457700" y="4610100"/>
            <a:ext cx="28575" cy="704850"/>
          </a:xfrm>
          <a:prstGeom xmlns:a="http://schemas.openxmlformats.org/drawingml/2006/main" prst="rect">
            <a:avLst/>
          </a:prstGeom>
          <a:solidFill xmlns:a="http://schemas.openxmlformats.org/drawingml/2006/main">
            <a:srgbClr val="15803D"/>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4B4E0C8B-3859-4491-8318-A3FC395590ED}"/>
              </a:ext>
            </a:extLst>
          </p:cNvPr>
          <p:cNvSpPr>
            <a:spLocks xmlns:a="http://schemas.openxmlformats.org/drawingml/2006/main" noGrp="1"/>
          </p:cNvSpPr>
          <p:nvPr/>
        </p:nvSpPr>
        <p:spPr>
          <a:xfrm xmlns:a="http://schemas.openxmlformats.org/drawingml/2006/main">
            <a:off x="4629150" y="45720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0F172A"/>
                </a:solidFill>
                <a:latin typeface="Hiragino Sans"/>
                <a:ea typeface="Hiragino Sans"/>
                <a:cs typeface="Hiragino Sans"/>
              </a:defRPr>
            </a:pPr>
            <a:r>
              <a:rPr sz="1200" b="1">
                <a:solidFill>
                  <a:srgbClr val="0F172A"/>
                </a:solidFill>
                <a:latin typeface="Hiragino Sans"/>
                <a:ea typeface="Hiragino Sans"/>
                <a:cs typeface="Hiragino Sans"/>
              </a:rPr>
              <a:t>研究の姿勢</a:t>
            </a:r>
          </a:p>
        </p:txBody>
      </p:sp>
      <p:sp>
        <p:nvSpPr>
          <p:cNvPr id="31" name="">
            <a:extLst xmlns:a="http://schemas.openxmlformats.org/drawingml/2006/main">
              <a:ext uri="{FF2B5EF4-FFF2-40B4-BE49-F238E27FC236}">
                <a16:creationId xmlns:a16="http://schemas.microsoft.com/office/drawing/2014/main" id="{48EF6140-BF23-47DB-A28D-7CF59662F4FC}"/>
              </a:ext>
            </a:extLst>
          </p:cNvPr>
          <p:cNvSpPr>
            <a:spLocks xmlns:a="http://schemas.openxmlformats.org/drawingml/2006/main" noGrp="1"/>
          </p:cNvSpPr>
          <p:nvPr/>
        </p:nvSpPr>
        <p:spPr>
          <a:xfrm xmlns:a="http://schemas.openxmlformats.org/drawingml/2006/main">
            <a:off x="4629150" y="4914900"/>
            <a:ext cx="2857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64748B"/>
                </a:solidFill>
                <a:latin typeface="Hiragino Sans"/>
                <a:ea typeface="Hiragino Sans"/>
                <a:cs typeface="Hiragino Sans"/>
              </a:defRPr>
            </a:pPr>
            <a:r>
              <a:rPr sz="915" b="0">
                <a:solidFill>
                  <a:srgbClr val="64748B"/>
                </a:solidFill>
                <a:latin typeface="Hiragino Sans"/>
                <a:ea typeface="Hiragino Sans"/>
                <a:cs typeface="Hiragino Sans"/>
              </a:rPr>
              <a:t>成功だけでなく、どの条件で失敗するかを同じ重さで扱う。</a:t>
            </a:r>
          </a:p>
        </p:txBody>
      </p:sp>
      <p:sp>
        <p:nvSpPr>
          <p:cNvPr id="32" name="">
            <a:extLst xmlns:a="http://schemas.openxmlformats.org/drawingml/2006/main">
              <a:ext uri="{FF2B5EF4-FFF2-40B4-BE49-F238E27FC236}">
                <a16:creationId xmlns:a16="http://schemas.microsoft.com/office/drawing/2014/main" id="{8F50EFF6-DC0F-4345-9231-F462870CE0D9}"/>
              </a:ext>
            </a:extLst>
          </p:cNvPr>
          <p:cNvSpPr>
            <a:spLocks xmlns:a="http://schemas.openxmlformats.org/drawingml/2006/main" noGrp="1"/>
          </p:cNvSpPr>
          <p:nvPr/>
        </p:nvSpPr>
        <p:spPr>
          <a:xfrm xmlns:a="http://schemas.openxmlformats.org/drawingml/2006/main">
            <a:off x="8077200" y="4610100"/>
            <a:ext cx="28575" cy="704850"/>
          </a:xfrm>
          <a:prstGeom xmlns:a="http://schemas.openxmlformats.org/drawingml/2006/main" prst="rect">
            <a:avLst/>
          </a:prstGeom>
          <a:solidFill xmlns:a="http://schemas.openxmlformats.org/drawingml/2006/main">
            <a:srgbClr val="B45309"/>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A258FEAA-3C82-4377-8E50-A2C960C599F0}"/>
              </a:ext>
            </a:extLst>
          </p:cNvPr>
          <p:cNvSpPr>
            <a:spLocks xmlns:a="http://schemas.openxmlformats.org/drawingml/2006/main" noGrp="1"/>
          </p:cNvSpPr>
          <p:nvPr/>
        </p:nvSpPr>
        <p:spPr>
          <a:xfrm xmlns:a="http://schemas.openxmlformats.org/drawingml/2006/main">
            <a:off x="8248650" y="45720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0F172A"/>
                </a:solidFill>
                <a:latin typeface="Hiragino Sans"/>
                <a:ea typeface="Hiragino Sans"/>
                <a:cs typeface="Hiragino Sans"/>
              </a:defRPr>
            </a:pPr>
            <a:r>
              <a:rPr sz="1200" b="1">
                <a:solidFill>
                  <a:srgbClr val="0F172A"/>
                </a:solidFill>
                <a:latin typeface="Hiragino Sans"/>
                <a:ea typeface="Hiragino Sans"/>
                <a:cs typeface="Hiragino Sans"/>
              </a:rPr>
              <a:t>判断への価値</a:t>
            </a:r>
          </a:p>
        </p:txBody>
      </p:sp>
      <p:sp>
        <p:nvSpPr>
          <p:cNvPr id="34" name="">
            <a:extLst xmlns:a="http://schemas.openxmlformats.org/drawingml/2006/main">
              <a:ext uri="{FF2B5EF4-FFF2-40B4-BE49-F238E27FC236}">
                <a16:creationId xmlns:a16="http://schemas.microsoft.com/office/drawing/2014/main" id="{DE9BDF21-FE6F-475A-A789-BA0DDE647246}"/>
              </a:ext>
            </a:extLst>
          </p:cNvPr>
          <p:cNvSpPr>
            <a:spLocks xmlns:a="http://schemas.openxmlformats.org/drawingml/2006/main" noGrp="1"/>
          </p:cNvSpPr>
          <p:nvPr/>
        </p:nvSpPr>
        <p:spPr>
          <a:xfrm xmlns:a="http://schemas.openxmlformats.org/drawingml/2006/main">
            <a:off x="8248650" y="4914900"/>
            <a:ext cx="28575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64748B"/>
                </a:solidFill>
                <a:latin typeface="Hiragino Sans"/>
                <a:ea typeface="Hiragino Sans"/>
                <a:cs typeface="Hiragino Sans"/>
              </a:defRPr>
            </a:pPr>
            <a:r>
              <a:rPr sz="915" b="0">
                <a:solidFill>
                  <a:srgbClr val="64748B"/>
                </a:solidFill>
                <a:latin typeface="Hiragino Sans"/>
                <a:ea typeface="Hiragino Sans"/>
                <a:cs typeface="Hiragino Sans"/>
              </a:rPr>
              <a:t>次に投資判断できる証拠条件を明確にする。</a:t>
            </a:r>
          </a:p>
        </p:txBody>
      </p:sp>
      <p:sp>
        <p:nvSpPr>
          <p:cNvPr id="35" name="">
            <a:extLst xmlns:a="http://schemas.openxmlformats.org/drawingml/2006/main">
              <a:ext uri="{FF2B5EF4-FFF2-40B4-BE49-F238E27FC236}">
                <a16:creationId xmlns:a16="http://schemas.microsoft.com/office/drawing/2014/main" id="{EA4ED6B3-BC18-45CB-AAF8-055593C27DB7}"/>
              </a:ext>
            </a:extLst>
          </p:cNvPr>
          <p:cNvSpPr>
            <a:spLocks xmlns:a="http://schemas.openxmlformats.org/drawingml/2006/main" noGrp="1"/>
          </p:cNvSpPr>
          <p:nvPr/>
        </p:nvSpPr>
        <p:spPr>
          <a:xfrm xmlns:a="http://schemas.openxmlformats.org/drawingml/2006/main">
            <a:off x="552450" y="6286500"/>
            <a:ext cx="11087100" cy="9525"/>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46234FEC-D993-4665-8370-CA82236E9AC1}"/>
              </a:ext>
            </a:extLst>
          </p:cNvPr>
          <p:cNvSpPr>
            <a:spLocks xmlns:a="http://schemas.openxmlformats.org/drawingml/2006/main" noGrp="1"/>
          </p:cNvSpPr>
          <p:nvPr/>
        </p:nvSpPr>
        <p:spPr>
          <a:xfrm xmlns:a="http://schemas.openxmlformats.org/drawingml/2006/main">
            <a:off x="552450" y="6419850"/>
            <a:ext cx="8858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64748B"/>
                </a:solidFill>
                <a:latin typeface="Hiragino Sans"/>
                <a:ea typeface="Hiragino Sans"/>
                <a:cs typeface="Hiragino Sans"/>
              </a:defRPr>
            </a:pPr>
            <a:r>
              <a:rPr sz="675" b="0">
                <a:solidFill>
                  <a:srgbClr val="64748B"/>
                </a:solidFill>
                <a:latin typeface="Hiragino Sans"/>
                <a:ea typeface="Hiragino Sans"/>
                <a:cs typeface="Hiragino Sans"/>
              </a:rPr>
              <a:t>Source: docs/interface/ResearchBrief.md, paper/sections/01_introduction.tex, 03_observation_threat_model.tex</a:t>
            </a:r>
          </a:p>
        </p:txBody>
      </p:sp>
      <p:sp>
        <p:nvSpPr>
          <p:cNvPr id="37" name="">
            <a:extLst xmlns:a="http://schemas.openxmlformats.org/drawingml/2006/main">
              <a:ext uri="{FF2B5EF4-FFF2-40B4-BE49-F238E27FC236}">
                <a16:creationId xmlns:a16="http://schemas.microsoft.com/office/drawing/2014/main" id="{814331EC-D7D4-4F9C-A55E-32DAA632096F}"/>
              </a:ext>
            </a:extLst>
          </p:cNvPr>
          <p:cNvSpPr>
            <a:spLocks xmlns:a="http://schemas.openxmlformats.org/drawingml/2006/main" noGrp="1"/>
          </p:cNvSpPr>
          <p:nvPr/>
        </p:nvSpPr>
        <p:spPr>
          <a:xfrm xmlns:a="http://schemas.openxmlformats.org/drawingml/2006/main">
            <a:off x="11125200" y="6391275"/>
            <a:ext cx="514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64748B"/>
                </a:solidFill>
                <a:latin typeface="Menlo"/>
                <a:ea typeface="Menlo"/>
                <a:cs typeface="Menlo"/>
              </a:defRPr>
            </a:pPr>
            <a:r>
              <a:rPr sz="1125" b="1">
                <a:solidFill>
                  <a:srgbClr val="64748B"/>
                </a:solidFill>
                <a:latin typeface="Menlo"/>
                <a:ea typeface="Menlo"/>
                <a:cs typeface="Menlo"/>
              </a:rPr>
              <a:t>01</a:t>
            </a:r>
          </a:p>
        </p:txBody>
      </p:sp>
    </p:spTree>
    <p:extLst>
      <p:ext uri="{BB962C8B-B14F-4D97-AF65-F5344CB8AC3E}">
        <p14:creationId xmlns:p14="http://schemas.microsoft.com/office/powerpoint/2010/main" val="54638122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680340-4C59-46DC-8032-93F1E6FEEDA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8FAFC"/>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2933E6C-D565-4B66-B05B-3968FE463F08}"/>
              </a:ext>
            </a:extLst>
          </p:cNvPr>
          <p:cNvSpPr>
            <a:spLocks xmlns:a="http://schemas.openxmlformats.org/drawingml/2006/main" noGrp="1"/>
          </p:cNvSpPr>
          <p:nvPr/>
        </p:nvSpPr>
        <p:spPr>
          <a:xfrm xmlns:a="http://schemas.openxmlformats.org/drawingml/2006/main">
            <a:off x="0" y="0"/>
            <a:ext cx="12192000" cy="2095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6ADBE74-A00C-41A3-B240-97EE3CAF6B7F}"/>
              </a:ext>
            </a:extLst>
          </p:cNvPr>
          <p:cNvSpPr>
            <a:spLocks xmlns:a="http://schemas.openxmlformats.org/drawingml/2006/main" noGrp="1"/>
          </p:cNvSpPr>
          <p:nvPr/>
        </p:nvSpPr>
        <p:spPr>
          <a:xfrm xmlns:a="http://schemas.openxmlformats.org/drawingml/2006/main">
            <a:off x="552450" y="495300"/>
            <a:ext cx="76200" cy="76200"/>
          </a:xfrm>
          <a:prstGeom xmlns:a="http://schemas.openxmlformats.org/drawingml/2006/main" prst="rect">
            <a:avLst/>
          </a:prstGeom>
          <a:solidFill xmlns:a="http://schemas.openxmlformats.org/drawingml/2006/main">
            <a:srgbClr val="15803D"/>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93892B0-E84C-4377-AF5E-1B23F9BFC059}"/>
              </a:ext>
            </a:extLst>
          </p:cNvPr>
          <p:cNvSpPr>
            <a:spLocks xmlns:a="http://schemas.openxmlformats.org/drawingml/2006/main" noGrp="1"/>
          </p:cNvSpPr>
          <p:nvPr/>
        </p:nvSpPr>
        <p:spPr>
          <a:xfrm xmlns:a="http://schemas.openxmlformats.org/drawingml/2006/main">
            <a:off x="742950" y="41910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825" b="1">
                <a:solidFill>
                  <a:srgbClr val="64748B"/>
                </a:solidFill>
                <a:latin typeface="Hiragino Sans"/>
                <a:ea typeface="Hiragino Sans"/>
                <a:cs typeface="Hiragino Sans"/>
              </a:defRPr>
            </a:pPr>
            <a:r>
              <a:rPr sz="825" b="1">
                <a:solidFill>
                  <a:srgbClr val="64748B"/>
                </a:solidFill>
                <a:latin typeface="Hiragino Sans"/>
                <a:ea typeface="Hiragino Sans"/>
                <a:cs typeface="Hiragino Sans"/>
              </a:rPr>
              <a:t>OBSERVATION | 観測を狭くする</a:t>
            </a:r>
          </a:p>
        </p:txBody>
      </p:sp>
      <p:sp>
        <p:nvSpPr>
          <p:cNvPr id="5" name="">
            <a:extLst xmlns:a="http://schemas.openxmlformats.org/drawingml/2006/main">
              <a:ext uri="{FF2B5EF4-FFF2-40B4-BE49-F238E27FC236}">
                <a16:creationId xmlns:a16="http://schemas.microsoft.com/office/drawing/2014/main" id="{D81B2310-1B3B-41F2-B6F6-97E7FD138017}"/>
              </a:ext>
            </a:extLst>
          </p:cNvPr>
          <p:cNvSpPr>
            <a:spLocks xmlns:a="http://schemas.openxmlformats.org/drawingml/2006/main" noGrp="1"/>
          </p:cNvSpPr>
          <p:nvPr/>
        </p:nvSpPr>
        <p:spPr>
          <a:xfrm xmlns:a="http://schemas.openxmlformats.org/drawingml/2006/main">
            <a:off x="552450" y="800100"/>
            <a:ext cx="10668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75" b="1">
                <a:solidFill>
                  <a:srgbClr val="0F172A"/>
                </a:solidFill>
                <a:latin typeface="Hiragino Mincho ProN"/>
                <a:ea typeface="Hiragino Mincho ProN"/>
                <a:cs typeface="Hiragino Mincho ProN"/>
              </a:defRPr>
            </a:pPr>
            <a:r>
              <a:rPr sz="2475" b="1">
                <a:solidFill>
                  <a:srgbClr val="0F172A"/>
                </a:solidFill>
                <a:latin typeface="Hiragino Mincho ProN"/>
                <a:ea typeface="Hiragino Mincho ProN"/>
                <a:cs typeface="Hiragino Mincho ProN"/>
              </a:rPr>
              <a:t>強い特徴より、装置で安く続けられる特徴に絞る</a:t>
            </a:r>
          </a:p>
        </p:txBody>
      </p:sp>
      <p:sp>
        <p:nvSpPr>
          <p:cNvPr id="6" name="">
            <a:extLst xmlns:a="http://schemas.openxmlformats.org/drawingml/2006/main">
              <a:ext uri="{FF2B5EF4-FFF2-40B4-BE49-F238E27FC236}">
                <a16:creationId xmlns:a16="http://schemas.microsoft.com/office/drawing/2014/main" id="{39C3650A-EB40-48FB-BA52-331E1714F97D}"/>
              </a:ext>
            </a:extLst>
          </p:cNvPr>
          <p:cNvSpPr>
            <a:spLocks xmlns:a="http://schemas.openxmlformats.org/drawingml/2006/main" noGrp="1"/>
          </p:cNvSpPr>
          <p:nvPr/>
        </p:nvSpPr>
        <p:spPr>
          <a:xfrm xmlns:a="http://schemas.openxmlformats.org/drawingml/2006/main">
            <a:off x="552450" y="1714500"/>
            <a:ext cx="9906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ファイル本文の読み取りやシグネチャ照合は使わず、読み書き回数、データ量、位置、転送長、安い装置カウンタだけを10秒ごとにまとめます。</a:t>
            </a:r>
          </a:p>
        </p:txBody>
      </p:sp>
      <p:sp>
        <p:nvSpPr>
          <p:cNvPr id="7" name="">
            <a:extLst xmlns:a="http://schemas.openxmlformats.org/drawingml/2006/main">
              <a:ext uri="{FF2B5EF4-FFF2-40B4-BE49-F238E27FC236}">
                <a16:creationId xmlns:a16="http://schemas.microsoft.com/office/drawing/2014/main" id="{44E503F0-5BBA-434B-B9D9-8AB11238A929}"/>
              </a:ext>
            </a:extLst>
          </p:cNvPr>
          <p:cNvSpPr>
            <a:spLocks xmlns:a="http://schemas.openxmlformats.org/drawingml/2006/main" noGrp="1"/>
          </p:cNvSpPr>
          <p:nvPr/>
        </p:nvSpPr>
        <p:spPr>
          <a:xfrm xmlns:a="http://schemas.openxmlformats.org/drawingml/2006/main">
            <a:off x="781050" y="2400300"/>
            <a:ext cx="4762500" cy="4000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2CF081B4-E011-4517-81AB-172012B4CCBD}"/>
              </a:ext>
            </a:extLst>
          </p:cNvPr>
          <p:cNvSpPr>
            <a:spLocks xmlns:a="http://schemas.openxmlformats.org/drawingml/2006/main" noGrp="1"/>
          </p:cNvSpPr>
          <p:nvPr/>
        </p:nvSpPr>
        <p:spPr>
          <a:xfrm xmlns:a="http://schemas.openxmlformats.org/drawingml/2006/main">
            <a:off x="971550" y="2514600"/>
            <a:ext cx="4381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1">
                <a:solidFill>
                  <a:srgbClr val="FFFFFF"/>
                </a:solidFill>
                <a:latin typeface="Hiragino Sans"/>
                <a:ea typeface="Hiragino Sans"/>
                <a:cs typeface="Hiragino Sans"/>
              </a:defRPr>
            </a:pPr>
            <a:r>
              <a:rPr sz="938" b="1">
                <a:solidFill>
                  <a:srgbClr val="FFFFFF"/>
                </a:solidFill>
                <a:latin typeface="Hiragino Sans"/>
                <a:ea typeface="Hiragino Sans"/>
                <a:cs typeface="Hiragino Sans"/>
              </a:rPr>
              <a:t>使わない情報</a:t>
            </a:r>
          </a:p>
        </p:txBody>
      </p:sp>
      <p:sp>
        <p:nvSpPr>
          <p:cNvPr id="9" name="">
            <a:extLst xmlns:a="http://schemas.openxmlformats.org/drawingml/2006/main">
              <a:ext uri="{FF2B5EF4-FFF2-40B4-BE49-F238E27FC236}">
                <a16:creationId xmlns:a16="http://schemas.microsoft.com/office/drawing/2014/main" id="{F2944B6A-291D-45E2-B65A-F7CFCC8A4B50}"/>
              </a:ext>
            </a:extLst>
          </p:cNvPr>
          <p:cNvSpPr>
            <a:spLocks xmlns:a="http://schemas.openxmlformats.org/drawingml/2006/main" noGrp="1"/>
          </p:cNvSpPr>
          <p:nvPr/>
        </p:nvSpPr>
        <p:spPr>
          <a:xfrm xmlns:a="http://schemas.openxmlformats.org/drawingml/2006/main">
            <a:off x="781050" y="2990850"/>
            <a:ext cx="476250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15C69AE5-B50D-4142-AD9D-0C59BCCF6228}"/>
              </a:ext>
            </a:extLst>
          </p:cNvPr>
          <p:cNvSpPr>
            <a:spLocks xmlns:a="http://schemas.openxmlformats.org/drawingml/2006/main" noGrp="1"/>
          </p:cNvSpPr>
          <p:nvPr/>
        </p:nvSpPr>
        <p:spPr>
          <a:xfrm xmlns:a="http://schemas.openxmlformats.org/drawingml/2006/main">
            <a:off x="1028700" y="3076575"/>
            <a:ext cx="4000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1">
                <a:solidFill>
                  <a:srgbClr val="B91C1C"/>
                </a:solidFill>
                <a:latin typeface="Hiragino Sans"/>
                <a:ea typeface="Hiragino Sans"/>
                <a:cs typeface="Hiragino Sans"/>
              </a:defRPr>
            </a:pPr>
            <a:r>
              <a:rPr sz="945" b="1">
                <a:solidFill>
                  <a:srgbClr val="B91C1C"/>
                </a:solidFill>
                <a:latin typeface="Hiragino Sans"/>
                <a:ea typeface="Hiragino Sans"/>
                <a:cs typeface="Hiragino Sans"/>
              </a:rPr>
              <a:t>ファイル名・プロセス名</a:t>
            </a:r>
          </a:p>
        </p:txBody>
      </p:sp>
      <p:sp>
        <p:nvSpPr>
          <p:cNvPr id="11" name="">
            <a:extLst xmlns:a="http://schemas.openxmlformats.org/drawingml/2006/main">
              <a:ext uri="{FF2B5EF4-FFF2-40B4-BE49-F238E27FC236}">
                <a16:creationId xmlns:a16="http://schemas.microsoft.com/office/drawing/2014/main" id="{931F84F0-23C0-4920-B4F6-F6040383AE51}"/>
              </a:ext>
            </a:extLst>
          </p:cNvPr>
          <p:cNvSpPr>
            <a:spLocks xmlns:a="http://schemas.openxmlformats.org/drawingml/2006/main" noGrp="1"/>
          </p:cNvSpPr>
          <p:nvPr/>
        </p:nvSpPr>
        <p:spPr>
          <a:xfrm xmlns:a="http://schemas.openxmlformats.org/drawingml/2006/main">
            <a:off x="781050" y="3448050"/>
            <a:ext cx="4762500" cy="342900"/>
          </a:xfrm>
          <a:prstGeom xmlns:a="http://schemas.openxmlformats.org/drawingml/2006/main" prst="rect">
            <a:avLst/>
          </a:prstGeom>
          <a:solidFill xmlns:a="http://schemas.openxmlformats.org/drawingml/2006/main">
            <a:srgbClr val="F1F5F9"/>
          </a:solidFill>
          <a:ln xmlns:a="http://schemas.openxmlformats.org/drawingml/2006/main" w="9525">
            <a:solidFill>
              <a:srgbClr val="CBD5E1"/>
            </a:solidFill>
            <a:prstDash val="solid"/>
          </a:ln>
        </p:spPr>
      </p:sp>
      <p:sp>
        <p:nvSpPr>
          <p:cNvPr id="12" name="">
            <a:extLst xmlns:a="http://schemas.openxmlformats.org/drawingml/2006/main">
              <a:ext uri="{FF2B5EF4-FFF2-40B4-BE49-F238E27FC236}">
                <a16:creationId xmlns:a16="http://schemas.microsoft.com/office/drawing/2014/main" id="{66DFF9F1-D3E1-4066-B724-520D6CAACA9C}"/>
              </a:ext>
            </a:extLst>
          </p:cNvPr>
          <p:cNvSpPr>
            <a:spLocks xmlns:a="http://schemas.openxmlformats.org/drawingml/2006/main" noGrp="1"/>
          </p:cNvSpPr>
          <p:nvPr/>
        </p:nvSpPr>
        <p:spPr>
          <a:xfrm xmlns:a="http://schemas.openxmlformats.org/drawingml/2006/main">
            <a:off x="1028700" y="3533775"/>
            <a:ext cx="4000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1">
                <a:solidFill>
                  <a:srgbClr val="B91C1C"/>
                </a:solidFill>
                <a:latin typeface="Hiragino Sans"/>
                <a:ea typeface="Hiragino Sans"/>
                <a:cs typeface="Hiragino Sans"/>
              </a:defRPr>
            </a:pPr>
            <a:r>
              <a:rPr sz="945" b="1">
                <a:solidFill>
                  <a:srgbClr val="B91C1C"/>
                </a:solidFill>
                <a:latin typeface="Hiragino Sans"/>
                <a:ea typeface="Hiragino Sans"/>
                <a:cs typeface="Hiragino Sans"/>
              </a:rPr>
              <a:t>ファイル本文データ</a:t>
            </a:r>
          </a:p>
        </p:txBody>
      </p:sp>
      <p:sp>
        <p:nvSpPr>
          <p:cNvPr id="13" name="">
            <a:extLst xmlns:a="http://schemas.openxmlformats.org/drawingml/2006/main">
              <a:ext uri="{FF2B5EF4-FFF2-40B4-BE49-F238E27FC236}">
                <a16:creationId xmlns:a16="http://schemas.microsoft.com/office/drawing/2014/main" id="{F06F5313-159C-4D57-BEEB-2C4B98707032}"/>
              </a:ext>
            </a:extLst>
          </p:cNvPr>
          <p:cNvSpPr>
            <a:spLocks xmlns:a="http://schemas.openxmlformats.org/drawingml/2006/main" noGrp="1"/>
          </p:cNvSpPr>
          <p:nvPr/>
        </p:nvSpPr>
        <p:spPr>
          <a:xfrm xmlns:a="http://schemas.openxmlformats.org/drawingml/2006/main">
            <a:off x="781050" y="3905250"/>
            <a:ext cx="476250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8487A233-B25E-4381-A9A2-F6D9E2A94CEE}"/>
              </a:ext>
            </a:extLst>
          </p:cNvPr>
          <p:cNvSpPr>
            <a:spLocks xmlns:a="http://schemas.openxmlformats.org/drawingml/2006/main" noGrp="1"/>
          </p:cNvSpPr>
          <p:nvPr/>
        </p:nvSpPr>
        <p:spPr>
          <a:xfrm xmlns:a="http://schemas.openxmlformats.org/drawingml/2006/main">
            <a:off x="1028700" y="3990975"/>
            <a:ext cx="4000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1">
                <a:solidFill>
                  <a:srgbClr val="B91C1C"/>
                </a:solidFill>
                <a:latin typeface="Hiragino Sans"/>
                <a:ea typeface="Hiragino Sans"/>
                <a:cs typeface="Hiragino Sans"/>
              </a:defRPr>
            </a:pPr>
            <a:r>
              <a:rPr sz="945" b="1">
                <a:solidFill>
                  <a:srgbClr val="B91C1C"/>
                </a:solidFill>
                <a:latin typeface="Hiragino Sans"/>
                <a:ea typeface="Hiragino Sans"/>
                <a:cs typeface="Hiragino Sans"/>
              </a:rPr>
              <a:t>ランサムウェア固有シグネチャ</a:t>
            </a:r>
          </a:p>
        </p:txBody>
      </p:sp>
      <p:sp>
        <p:nvSpPr>
          <p:cNvPr id="15" name="">
            <a:extLst xmlns:a="http://schemas.openxmlformats.org/drawingml/2006/main">
              <a:ext uri="{FF2B5EF4-FFF2-40B4-BE49-F238E27FC236}">
                <a16:creationId xmlns:a16="http://schemas.microsoft.com/office/drawing/2014/main" id="{98C092CE-C3D6-402E-ADDD-D706A9F83710}"/>
              </a:ext>
            </a:extLst>
          </p:cNvPr>
          <p:cNvSpPr>
            <a:spLocks xmlns:a="http://schemas.openxmlformats.org/drawingml/2006/main" noGrp="1"/>
          </p:cNvSpPr>
          <p:nvPr/>
        </p:nvSpPr>
        <p:spPr>
          <a:xfrm xmlns:a="http://schemas.openxmlformats.org/drawingml/2006/main">
            <a:off x="781050" y="4362450"/>
            <a:ext cx="4762500" cy="342900"/>
          </a:xfrm>
          <a:prstGeom xmlns:a="http://schemas.openxmlformats.org/drawingml/2006/main" prst="rect">
            <a:avLst/>
          </a:prstGeom>
          <a:solidFill xmlns:a="http://schemas.openxmlformats.org/drawingml/2006/main">
            <a:srgbClr val="F1F5F9"/>
          </a:solidFill>
          <a:ln xmlns:a="http://schemas.openxmlformats.org/drawingml/2006/main" w="9525">
            <a:solidFill>
              <a:srgbClr val="CBD5E1"/>
            </a:solidFill>
            <a:prstDash val="solid"/>
          </a:ln>
        </p:spPr>
      </p:sp>
      <p:sp>
        <p:nvSpPr>
          <p:cNvPr id="16" name="">
            <a:extLst xmlns:a="http://schemas.openxmlformats.org/drawingml/2006/main">
              <a:ext uri="{FF2B5EF4-FFF2-40B4-BE49-F238E27FC236}">
                <a16:creationId xmlns:a16="http://schemas.microsoft.com/office/drawing/2014/main" id="{FDCDE5BE-3C69-4D9C-8B87-5C0E41526CCE}"/>
              </a:ext>
            </a:extLst>
          </p:cNvPr>
          <p:cNvSpPr>
            <a:spLocks xmlns:a="http://schemas.openxmlformats.org/drawingml/2006/main" noGrp="1"/>
          </p:cNvSpPr>
          <p:nvPr/>
        </p:nvSpPr>
        <p:spPr>
          <a:xfrm xmlns:a="http://schemas.openxmlformats.org/drawingml/2006/main">
            <a:off x="1028700" y="4448175"/>
            <a:ext cx="4000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1">
                <a:solidFill>
                  <a:srgbClr val="B91C1C"/>
                </a:solidFill>
                <a:latin typeface="Hiragino Sans"/>
                <a:ea typeface="Hiragino Sans"/>
                <a:cs typeface="Hiragino Sans"/>
              </a:defRPr>
            </a:pPr>
            <a:r>
              <a:rPr sz="945" b="1">
                <a:solidFill>
                  <a:srgbClr val="B91C1C"/>
                </a:solidFill>
                <a:latin typeface="Hiragino Sans"/>
                <a:ea typeface="Hiragino Sans"/>
                <a:cs typeface="Hiragino Sans"/>
              </a:rPr>
              <a:t>安いカウンタがない暗号らしさ推定</a:t>
            </a:r>
          </a:p>
        </p:txBody>
      </p:sp>
      <p:sp>
        <p:nvSpPr>
          <p:cNvPr id="17" name="">
            <a:extLst xmlns:a="http://schemas.openxmlformats.org/drawingml/2006/main">
              <a:ext uri="{FF2B5EF4-FFF2-40B4-BE49-F238E27FC236}">
                <a16:creationId xmlns:a16="http://schemas.microsoft.com/office/drawing/2014/main" id="{D13BF452-A759-4077-A1AE-30289D8E6792}"/>
              </a:ext>
            </a:extLst>
          </p:cNvPr>
          <p:cNvSpPr>
            <a:spLocks xmlns:a="http://schemas.openxmlformats.org/drawingml/2006/main" noGrp="1"/>
          </p:cNvSpPr>
          <p:nvPr/>
        </p:nvSpPr>
        <p:spPr>
          <a:xfrm xmlns:a="http://schemas.openxmlformats.org/drawingml/2006/main">
            <a:off x="5886450" y="3790950"/>
            <a:ext cx="5715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209056C9-CBE8-4666-A330-36DFBD33BFB0}"/>
              </a:ext>
            </a:extLst>
          </p:cNvPr>
          <p:cNvSpPr>
            <a:spLocks xmlns:a="http://schemas.openxmlformats.org/drawingml/2006/main" noGrp="1"/>
          </p:cNvSpPr>
          <p:nvPr/>
        </p:nvSpPr>
        <p:spPr>
          <a:xfrm xmlns:a="http://schemas.openxmlformats.org/drawingml/2006/main">
            <a:off x="6457950" y="367665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19" name="">
            <a:extLst xmlns:a="http://schemas.openxmlformats.org/drawingml/2006/main">
              <a:ext uri="{FF2B5EF4-FFF2-40B4-BE49-F238E27FC236}">
                <a16:creationId xmlns:a16="http://schemas.microsoft.com/office/drawing/2014/main" id="{3DEBFB26-BF99-4FF6-B8EB-CC22E70F1B2C}"/>
              </a:ext>
            </a:extLst>
          </p:cNvPr>
          <p:cNvSpPr>
            <a:spLocks xmlns:a="http://schemas.openxmlformats.org/drawingml/2006/main" noGrp="1"/>
          </p:cNvSpPr>
          <p:nvPr/>
        </p:nvSpPr>
        <p:spPr>
          <a:xfrm xmlns:a="http://schemas.openxmlformats.org/drawingml/2006/main">
            <a:off x="6838950" y="2400300"/>
            <a:ext cx="4095750" cy="4000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06E25BA-F8AD-4ACC-981C-803893BC302E}"/>
              </a:ext>
            </a:extLst>
          </p:cNvPr>
          <p:cNvSpPr>
            <a:spLocks xmlns:a="http://schemas.openxmlformats.org/drawingml/2006/main" noGrp="1"/>
          </p:cNvSpPr>
          <p:nvPr/>
        </p:nvSpPr>
        <p:spPr>
          <a:xfrm xmlns:a="http://schemas.openxmlformats.org/drawingml/2006/main">
            <a:off x="7029450" y="2514600"/>
            <a:ext cx="3714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1">
                <a:solidFill>
                  <a:srgbClr val="FFFFFF"/>
                </a:solidFill>
                <a:latin typeface="Hiragino Sans"/>
                <a:ea typeface="Hiragino Sans"/>
                <a:cs typeface="Hiragino Sans"/>
              </a:defRPr>
            </a:pPr>
            <a:r>
              <a:rPr sz="938" b="1">
                <a:solidFill>
                  <a:srgbClr val="FFFFFF"/>
                </a:solidFill>
                <a:latin typeface="Hiragino Sans"/>
                <a:ea typeface="Hiragino Sans"/>
                <a:cs typeface="Hiragino Sans"/>
              </a:rPr>
              <a:t>残す情報</a:t>
            </a:r>
          </a:p>
        </p:txBody>
      </p:sp>
      <p:sp>
        <p:nvSpPr>
          <p:cNvPr id="21" name="">
            <a:extLst xmlns:a="http://schemas.openxmlformats.org/drawingml/2006/main">
              <a:ext uri="{FF2B5EF4-FFF2-40B4-BE49-F238E27FC236}">
                <a16:creationId xmlns:a16="http://schemas.microsoft.com/office/drawing/2014/main" id="{5813728B-6771-489B-8B0C-172B0802D7F4}"/>
              </a:ext>
            </a:extLst>
          </p:cNvPr>
          <p:cNvSpPr>
            <a:spLocks xmlns:a="http://schemas.openxmlformats.org/drawingml/2006/main" noGrp="1"/>
          </p:cNvSpPr>
          <p:nvPr/>
        </p:nvSpPr>
        <p:spPr>
          <a:xfrm xmlns:a="http://schemas.openxmlformats.org/drawingml/2006/main">
            <a:off x="6838950" y="2990850"/>
            <a:ext cx="4095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2" name="">
            <a:extLst xmlns:a="http://schemas.openxmlformats.org/drawingml/2006/main">
              <a:ext uri="{FF2B5EF4-FFF2-40B4-BE49-F238E27FC236}">
                <a16:creationId xmlns:a16="http://schemas.microsoft.com/office/drawing/2014/main" id="{CF585659-F23E-494F-9C50-42F96C686B42}"/>
              </a:ext>
            </a:extLst>
          </p:cNvPr>
          <p:cNvSpPr>
            <a:spLocks xmlns:a="http://schemas.openxmlformats.org/drawingml/2006/main" noGrp="1"/>
          </p:cNvSpPr>
          <p:nvPr/>
        </p:nvSpPr>
        <p:spPr>
          <a:xfrm xmlns:a="http://schemas.openxmlformats.org/drawingml/2006/main">
            <a:off x="7086600" y="3076575"/>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0F172A"/>
                </a:solidFill>
                <a:latin typeface="Hiragino Sans"/>
                <a:ea typeface="Hiragino Sans"/>
                <a:cs typeface="Hiragino Sans"/>
              </a:defRPr>
            </a:pPr>
            <a:r>
              <a:rPr sz="945" b="0">
                <a:solidFill>
                  <a:srgbClr val="0F172A"/>
                </a:solidFill>
                <a:latin typeface="Hiragino Sans"/>
                <a:ea typeface="Hiragino Sans"/>
                <a:cs typeface="Hiragino Sans"/>
              </a:rPr>
              <a:t>忙しさ: 読み書き回数・データ量</a:t>
            </a:r>
          </a:p>
        </p:txBody>
      </p:sp>
      <p:sp>
        <p:nvSpPr>
          <p:cNvPr id="23" name="">
            <a:extLst xmlns:a="http://schemas.openxmlformats.org/drawingml/2006/main">
              <a:ext uri="{FF2B5EF4-FFF2-40B4-BE49-F238E27FC236}">
                <a16:creationId xmlns:a16="http://schemas.microsoft.com/office/drawing/2014/main" id="{97AAF6B5-6C1A-4F9E-AB79-26040E75035D}"/>
              </a:ext>
            </a:extLst>
          </p:cNvPr>
          <p:cNvSpPr>
            <a:spLocks xmlns:a="http://schemas.openxmlformats.org/drawingml/2006/main" noGrp="1"/>
          </p:cNvSpPr>
          <p:nvPr/>
        </p:nvSpPr>
        <p:spPr>
          <a:xfrm xmlns:a="http://schemas.openxmlformats.org/drawingml/2006/main">
            <a:off x="6838950" y="3448050"/>
            <a:ext cx="4095750" cy="342900"/>
          </a:xfrm>
          <a:prstGeom xmlns:a="http://schemas.openxmlformats.org/drawingml/2006/main" prst="rect">
            <a:avLst/>
          </a:prstGeom>
          <a:solidFill xmlns:a="http://schemas.openxmlformats.org/drawingml/2006/main">
            <a:srgbClr val="F1F5F9"/>
          </a:solidFill>
          <a:ln xmlns:a="http://schemas.openxmlformats.org/drawingml/2006/main" w="9525">
            <a:solidFill>
              <a:srgbClr val="CBD5E1"/>
            </a:solidFill>
            <a:prstDash val="solid"/>
          </a:ln>
        </p:spPr>
      </p:sp>
      <p:sp>
        <p:nvSpPr>
          <p:cNvPr id="24" name="">
            <a:extLst xmlns:a="http://schemas.openxmlformats.org/drawingml/2006/main">
              <a:ext uri="{FF2B5EF4-FFF2-40B4-BE49-F238E27FC236}">
                <a16:creationId xmlns:a16="http://schemas.microsoft.com/office/drawing/2014/main" id="{B823BA8E-2831-4A77-AD73-5A31E97AE998}"/>
              </a:ext>
            </a:extLst>
          </p:cNvPr>
          <p:cNvSpPr>
            <a:spLocks xmlns:a="http://schemas.openxmlformats.org/drawingml/2006/main" noGrp="1"/>
          </p:cNvSpPr>
          <p:nvPr/>
        </p:nvSpPr>
        <p:spPr>
          <a:xfrm xmlns:a="http://schemas.openxmlformats.org/drawingml/2006/main">
            <a:off x="7086600" y="3533775"/>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0F172A"/>
                </a:solidFill>
                <a:latin typeface="Hiragino Sans"/>
                <a:ea typeface="Hiragino Sans"/>
                <a:cs typeface="Hiragino Sans"/>
              </a:defRPr>
            </a:pPr>
            <a:r>
              <a:rPr sz="945" b="0">
                <a:solidFill>
                  <a:srgbClr val="0F172A"/>
                </a:solidFill>
                <a:latin typeface="Hiragino Sans"/>
                <a:ea typeface="Hiragino Sans"/>
                <a:cs typeface="Hiragino Sans"/>
              </a:rPr>
              <a:t>偏り: 書き込みの割合</a:t>
            </a:r>
          </a:p>
        </p:txBody>
      </p:sp>
      <p:sp>
        <p:nvSpPr>
          <p:cNvPr id="25" name="">
            <a:extLst xmlns:a="http://schemas.openxmlformats.org/drawingml/2006/main">
              <a:ext uri="{FF2B5EF4-FFF2-40B4-BE49-F238E27FC236}">
                <a16:creationId xmlns:a16="http://schemas.microsoft.com/office/drawing/2014/main" id="{57B6B122-B699-45E0-8760-CDA9AF4F14A9}"/>
              </a:ext>
            </a:extLst>
          </p:cNvPr>
          <p:cNvSpPr>
            <a:spLocks xmlns:a="http://schemas.openxmlformats.org/drawingml/2006/main" noGrp="1"/>
          </p:cNvSpPr>
          <p:nvPr/>
        </p:nvSpPr>
        <p:spPr>
          <a:xfrm xmlns:a="http://schemas.openxmlformats.org/drawingml/2006/main">
            <a:off x="6838950" y="3905250"/>
            <a:ext cx="4095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6" name="">
            <a:extLst xmlns:a="http://schemas.openxmlformats.org/drawingml/2006/main">
              <a:ext uri="{FF2B5EF4-FFF2-40B4-BE49-F238E27FC236}">
                <a16:creationId xmlns:a16="http://schemas.microsoft.com/office/drawing/2014/main" id="{CAEFA76E-3450-4286-86F3-1F91DF756807}"/>
              </a:ext>
            </a:extLst>
          </p:cNvPr>
          <p:cNvSpPr>
            <a:spLocks xmlns:a="http://schemas.openxmlformats.org/drawingml/2006/main" noGrp="1"/>
          </p:cNvSpPr>
          <p:nvPr/>
        </p:nvSpPr>
        <p:spPr>
          <a:xfrm xmlns:a="http://schemas.openxmlformats.org/drawingml/2006/main">
            <a:off x="7086600" y="3990975"/>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0F172A"/>
                </a:solidFill>
                <a:latin typeface="Hiragino Sans"/>
                <a:ea typeface="Hiragino Sans"/>
                <a:cs typeface="Hiragino Sans"/>
              </a:defRPr>
            </a:pPr>
            <a:r>
              <a:rPr sz="945" b="0">
                <a:solidFill>
                  <a:srgbClr val="0F172A"/>
                </a:solidFill>
                <a:latin typeface="Hiragino Sans"/>
                <a:ea typeface="Hiragino Sans"/>
                <a:cs typeface="Hiragino Sans"/>
              </a:rPr>
              <a:t>場所: 平均位置と変化</a:t>
            </a:r>
          </a:p>
        </p:txBody>
      </p:sp>
      <p:sp>
        <p:nvSpPr>
          <p:cNvPr id="27" name="">
            <a:extLst xmlns:a="http://schemas.openxmlformats.org/drawingml/2006/main">
              <a:ext uri="{FF2B5EF4-FFF2-40B4-BE49-F238E27FC236}">
                <a16:creationId xmlns:a16="http://schemas.microsoft.com/office/drawing/2014/main" id="{6954C71A-71EB-4A9D-95E3-BB3A476F114E}"/>
              </a:ext>
            </a:extLst>
          </p:cNvPr>
          <p:cNvSpPr>
            <a:spLocks xmlns:a="http://schemas.openxmlformats.org/drawingml/2006/main" noGrp="1"/>
          </p:cNvSpPr>
          <p:nvPr/>
        </p:nvSpPr>
        <p:spPr>
          <a:xfrm xmlns:a="http://schemas.openxmlformats.org/drawingml/2006/main">
            <a:off x="6838950" y="4362450"/>
            <a:ext cx="4095750" cy="342900"/>
          </a:xfrm>
          <a:prstGeom xmlns:a="http://schemas.openxmlformats.org/drawingml/2006/main" prst="rect">
            <a:avLst/>
          </a:prstGeom>
          <a:solidFill xmlns:a="http://schemas.openxmlformats.org/drawingml/2006/main">
            <a:srgbClr val="F1F5F9"/>
          </a:solidFill>
          <a:ln xmlns:a="http://schemas.openxmlformats.org/drawingml/2006/main" w="9525">
            <a:solidFill>
              <a:srgbClr val="CBD5E1"/>
            </a:solidFill>
            <a:prstDash val="solid"/>
          </a:ln>
        </p:spPr>
      </p:sp>
      <p:sp>
        <p:nvSpPr>
          <p:cNvPr id="28" name="">
            <a:extLst xmlns:a="http://schemas.openxmlformats.org/drawingml/2006/main">
              <a:ext uri="{FF2B5EF4-FFF2-40B4-BE49-F238E27FC236}">
                <a16:creationId xmlns:a16="http://schemas.microsoft.com/office/drawing/2014/main" id="{B0C0E3F6-2F92-4EB4-95C5-970D42D5F5BC}"/>
              </a:ext>
            </a:extLst>
          </p:cNvPr>
          <p:cNvSpPr>
            <a:spLocks xmlns:a="http://schemas.openxmlformats.org/drawingml/2006/main" noGrp="1"/>
          </p:cNvSpPr>
          <p:nvPr/>
        </p:nvSpPr>
        <p:spPr>
          <a:xfrm xmlns:a="http://schemas.openxmlformats.org/drawingml/2006/main">
            <a:off x="7086600" y="4448175"/>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45" b="0">
                <a:solidFill>
                  <a:srgbClr val="0F172A"/>
                </a:solidFill>
                <a:latin typeface="Hiragino Sans"/>
                <a:ea typeface="Hiragino Sans"/>
                <a:cs typeface="Hiragino Sans"/>
              </a:defRPr>
            </a:pPr>
            <a:r>
              <a:rPr sz="945" b="0">
                <a:solidFill>
                  <a:srgbClr val="0F172A"/>
                </a:solidFill>
                <a:latin typeface="Hiragino Sans"/>
                <a:ea typeface="Hiragino Sans"/>
                <a:cs typeface="Hiragino Sans"/>
              </a:rPr>
              <a:t>大きさ: 平均転送長と変化</a:t>
            </a:r>
          </a:p>
        </p:txBody>
      </p:sp>
      <p:sp>
        <p:nvSpPr>
          <p:cNvPr id="29" name="">
            <a:extLst xmlns:a="http://schemas.openxmlformats.org/drawingml/2006/main">
              <a:ext uri="{FF2B5EF4-FFF2-40B4-BE49-F238E27FC236}">
                <a16:creationId xmlns:a16="http://schemas.microsoft.com/office/drawing/2014/main" id="{B8AD378D-D7D8-4461-B0A3-BE2341BF70C7}"/>
              </a:ext>
            </a:extLst>
          </p:cNvPr>
          <p:cNvSpPr>
            <a:spLocks xmlns:a="http://schemas.openxmlformats.org/drawingml/2006/main" noGrp="1"/>
          </p:cNvSpPr>
          <p:nvPr/>
        </p:nvSpPr>
        <p:spPr>
          <a:xfrm xmlns:a="http://schemas.openxmlformats.org/drawingml/2006/main">
            <a:off x="1562100" y="5086350"/>
            <a:ext cx="2571750" cy="819150"/>
          </a:xfrm>
          <a:prstGeom xmlns:a="http://schemas.openxmlformats.org/drawingml/2006/main" prst="rect">
            <a:avLst/>
          </a:prstGeom>
          <a:solidFill xmlns:a="http://schemas.openxmlformats.org/drawingml/2006/main">
            <a:srgbClr val="DBEAFE"/>
          </a:solidFill>
          <a:ln xmlns:a="http://schemas.openxmlformats.org/drawingml/2006/main" w="9525">
            <a:solidFill>
              <a:srgbClr val="2563EB"/>
            </a:solidFill>
            <a:prstDash val="solid"/>
          </a:ln>
        </p:spPr>
      </p:sp>
      <p:sp>
        <p:nvSpPr>
          <p:cNvPr id="30" name="">
            <a:extLst xmlns:a="http://schemas.openxmlformats.org/drawingml/2006/main">
              <a:ext uri="{FF2B5EF4-FFF2-40B4-BE49-F238E27FC236}">
                <a16:creationId xmlns:a16="http://schemas.microsoft.com/office/drawing/2014/main" id="{7E27740F-C8F5-4AC3-A3F9-8621FF8F1FCE}"/>
              </a:ext>
            </a:extLst>
          </p:cNvPr>
          <p:cNvSpPr>
            <a:spLocks xmlns:a="http://schemas.openxmlformats.org/drawingml/2006/main" noGrp="1"/>
          </p:cNvSpPr>
          <p:nvPr/>
        </p:nvSpPr>
        <p:spPr>
          <a:xfrm xmlns:a="http://schemas.openxmlformats.org/drawingml/2006/main">
            <a:off x="1733550" y="5229225"/>
            <a:ext cx="22288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2563EB"/>
                </a:solidFill>
                <a:latin typeface="Hiragino Sans"/>
                <a:ea typeface="Hiragino Sans"/>
                <a:cs typeface="Hiragino Sans"/>
              </a:defRPr>
            </a:pPr>
            <a:r>
              <a:rPr sz="975" b="1">
                <a:solidFill>
                  <a:srgbClr val="2563EB"/>
                </a:solidFill>
                <a:latin typeface="Hiragino Sans"/>
                <a:ea typeface="Hiragino Sans"/>
                <a:cs typeface="Hiragino Sans"/>
              </a:rPr>
              <a:t>1フレーム = 10秒</a:t>
            </a:r>
          </a:p>
        </p:txBody>
      </p:sp>
      <p:sp>
        <p:nvSpPr>
          <p:cNvPr id="31" name="">
            <a:extLst xmlns:a="http://schemas.openxmlformats.org/drawingml/2006/main">
              <a:ext uri="{FF2B5EF4-FFF2-40B4-BE49-F238E27FC236}">
                <a16:creationId xmlns:a16="http://schemas.microsoft.com/office/drawing/2014/main" id="{2596926B-9781-485B-8861-80793EC51810}"/>
              </a:ext>
            </a:extLst>
          </p:cNvPr>
          <p:cNvSpPr>
            <a:spLocks xmlns:a="http://schemas.openxmlformats.org/drawingml/2006/main" noGrp="1"/>
          </p:cNvSpPr>
          <p:nvPr/>
        </p:nvSpPr>
        <p:spPr>
          <a:xfrm xmlns:a="http://schemas.openxmlformats.org/drawingml/2006/main">
            <a:off x="1733550" y="5562600"/>
            <a:ext cx="2228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4748B"/>
                </a:solidFill>
                <a:latin typeface="Hiragino Sans"/>
                <a:ea typeface="Hiragino Sans"/>
                <a:cs typeface="Hiragino Sans"/>
              </a:defRPr>
            </a:pPr>
            <a:r>
              <a:rPr sz="788" b="0">
                <a:solidFill>
                  <a:srgbClr val="64748B"/>
                </a:solidFill>
                <a:latin typeface="Hiragino Sans"/>
                <a:ea typeface="Hiragino Sans"/>
                <a:cs typeface="Hiragino Sans"/>
              </a:rPr>
              <a:t>装置で集計できる数値だけを固定幅にする。</a:t>
            </a:r>
          </a:p>
        </p:txBody>
      </p:sp>
      <p:sp>
        <p:nvSpPr>
          <p:cNvPr id="32" name="">
            <a:extLst xmlns:a="http://schemas.openxmlformats.org/drawingml/2006/main">
              <a:ext uri="{FF2B5EF4-FFF2-40B4-BE49-F238E27FC236}">
                <a16:creationId xmlns:a16="http://schemas.microsoft.com/office/drawing/2014/main" id="{F7CF8602-DD39-4657-B8D1-1E2EE54246CD}"/>
              </a:ext>
            </a:extLst>
          </p:cNvPr>
          <p:cNvSpPr>
            <a:spLocks xmlns:a="http://schemas.openxmlformats.org/drawingml/2006/main" noGrp="1"/>
          </p:cNvSpPr>
          <p:nvPr/>
        </p:nvSpPr>
        <p:spPr>
          <a:xfrm xmlns:a="http://schemas.openxmlformats.org/drawingml/2006/main">
            <a:off x="4762500" y="5086350"/>
            <a:ext cx="2857500" cy="81915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33" name="">
            <a:extLst xmlns:a="http://schemas.openxmlformats.org/drawingml/2006/main">
              <a:ext uri="{FF2B5EF4-FFF2-40B4-BE49-F238E27FC236}">
                <a16:creationId xmlns:a16="http://schemas.microsoft.com/office/drawing/2014/main" id="{7B22F755-6694-4AE7-A51C-68290BFD0817}"/>
              </a:ext>
            </a:extLst>
          </p:cNvPr>
          <p:cNvSpPr>
            <a:spLocks xmlns:a="http://schemas.openxmlformats.org/drawingml/2006/main" noGrp="1"/>
          </p:cNvSpPr>
          <p:nvPr/>
        </p:nvSpPr>
        <p:spPr>
          <a:xfrm xmlns:a="http://schemas.openxmlformats.org/drawingml/2006/main">
            <a:off x="4933950" y="5229225"/>
            <a:ext cx="2514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15803D"/>
                </a:solidFill>
                <a:latin typeface="Hiragino Sans"/>
                <a:ea typeface="Hiragino Sans"/>
                <a:cs typeface="Hiragino Sans"/>
              </a:defRPr>
            </a:pPr>
            <a:r>
              <a:rPr sz="975" b="1">
                <a:solidFill>
                  <a:srgbClr val="15803D"/>
                </a:solidFill>
                <a:latin typeface="Hiragino Sans"/>
                <a:ea typeface="Hiragino Sans"/>
                <a:cs typeface="Hiragino Sans"/>
              </a:rPr>
              <a:t>12フレーム = 約2分</a:t>
            </a:r>
          </a:p>
        </p:txBody>
      </p:sp>
      <p:sp>
        <p:nvSpPr>
          <p:cNvPr id="34" name="">
            <a:extLst xmlns:a="http://schemas.openxmlformats.org/drawingml/2006/main">
              <a:ext uri="{FF2B5EF4-FFF2-40B4-BE49-F238E27FC236}">
                <a16:creationId xmlns:a16="http://schemas.microsoft.com/office/drawing/2014/main" id="{3087F1FF-24A5-4A44-9B24-58CBAE5CE75D}"/>
              </a:ext>
            </a:extLst>
          </p:cNvPr>
          <p:cNvSpPr>
            <a:spLocks xmlns:a="http://schemas.openxmlformats.org/drawingml/2006/main" noGrp="1"/>
          </p:cNvSpPr>
          <p:nvPr/>
        </p:nvSpPr>
        <p:spPr>
          <a:xfrm xmlns:a="http://schemas.openxmlformats.org/drawingml/2006/main">
            <a:off x="4933950" y="5562600"/>
            <a:ext cx="2514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4748B"/>
                </a:solidFill>
                <a:latin typeface="Hiragino Sans"/>
                <a:ea typeface="Hiragino Sans"/>
                <a:cs typeface="Hiragino Sans"/>
              </a:defRPr>
            </a:pPr>
            <a:r>
              <a:rPr sz="788" b="0">
                <a:solidFill>
                  <a:srgbClr val="64748B"/>
                </a:solidFill>
                <a:latin typeface="Hiragino Sans"/>
                <a:ea typeface="Hiragino Sans"/>
                <a:cs typeface="Hiragino Sans"/>
              </a:rPr>
              <a:t>短すぎず、装置に残す履歴を大きくしすぎない初期案。</a:t>
            </a:r>
          </a:p>
        </p:txBody>
      </p:sp>
      <p:sp>
        <p:nvSpPr>
          <p:cNvPr id="35" name="">
            <a:extLst xmlns:a="http://schemas.openxmlformats.org/drawingml/2006/main">
              <a:ext uri="{FF2B5EF4-FFF2-40B4-BE49-F238E27FC236}">
                <a16:creationId xmlns:a16="http://schemas.microsoft.com/office/drawing/2014/main" id="{89BCE3EE-FE13-43DE-9E69-6D504F07E466}"/>
              </a:ext>
            </a:extLst>
          </p:cNvPr>
          <p:cNvSpPr>
            <a:spLocks xmlns:a="http://schemas.openxmlformats.org/drawingml/2006/main" noGrp="1"/>
          </p:cNvSpPr>
          <p:nvPr/>
        </p:nvSpPr>
        <p:spPr>
          <a:xfrm xmlns:a="http://schemas.openxmlformats.org/drawingml/2006/main">
            <a:off x="8248650" y="5353050"/>
            <a:ext cx="1885950" cy="266700"/>
          </a:xfrm>
          <a:prstGeom xmlns:a="http://schemas.openxmlformats.org/drawingml/2006/main" prst="rect">
            <a:avLst/>
          </a:prstGeom>
          <a:solidFill xmlns:a="http://schemas.openxmlformats.org/drawingml/2006/main">
            <a:srgbClr val="FEF3C7"/>
          </a:solidFill>
          <a:ln xmlns:a="http://schemas.openxmlformats.org/drawingml/2006/main" w="9525">
            <a:solidFill>
              <a:srgbClr val="B45309"/>
            </a:solidFill>
            <a:prstDash val="solid"/>
          </a:ln>
        </p:spPr>
      </p:sp>
      <p:sp>
        <p:nvSpPr>
          <p:cNvPr id="36" name="">
            <a:extLst xmlns:a="http://schemas.openxmlformats.org/drawingml/2006/main">
              <a:ext uri="{FF2B5EF4-FFF2-40B4-BE49-F238E27FC236}">
                <a16:creationId xmlns:a16="http://schemas.microsoft.com/office/drawing/2014/main" id="{839D9D8C-E6D2-4F53-ADA0-13F76D339F50}"/>
              </a:ext>
            </a:extLst>
          </p:cNvPr>
          <p:cNvSpPr>
            <a:spLocks xmlns:a="http://schemas.openxmlformats.org/drawingml/2006/main" noGrp="1"/>
          </p:cNvSpPr>
          <p:nvPr/>
        </p:nvSpPr>
        <p:spPr>
          <a:xfrm xmlns:a="http://schemas.openxmlformats.org/drawingml/2006/main">
            <a:off x="8324850" y="5391150"/>
            <a:ext cx="17335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B45309"/>
                </a:solidFill>
                <a:latin typeface="Hiragino Sans"/>
                <a:ea typeface="Hiragino Sans"/>
                <a:cs typeface="Hiragino Sans"/>
              </a:defRPr>
            </a:pPr>
            <a:r>
              <a:rPr sz="765" b="1">
                <a:solidFill>
                  <a:srgbClr val="B45309"/>
                </a:solidFill>
                <a:latin typeface="Hiragino Sans"/>
                <a:ea typeface="Hiragino Sans"/>
                <a:cs typeface="Hiragino Sans"/>
              </a:rPr>
              <a:t>未提供欄は採点から外す</a:t>
            </a:r>
          </a:p>
        </p:txBody>
      </p:sp>
      <p:sp>
        <p:nvSpPr>
          <p:cNvPr id="37" name="">
            <a:extLst xmlns:a="http://schemas.openxmlformats.org/drawingml/2006/main">
              <a:ext uri="{FF2B5EF4-FFF2-40B4-BE49-F238E27FC236}">
                <a16:creationId xmlns:a16="http://schemas.microsoft.com/office/drawing/2014/main" id="{FB3789BD-8C12-43A7-8ACA-795CD69B021E}"/>
              </a:ext>
            </a:extLst>
          </p:cNvPr>
          <p:cNvSpPr>
            <a:spLocks xmlns:a="http://schemas.openxmlformats.org/drawingml/2006/main" noGrp="1"/>
          </p:cNvSpPr>
          <p:nvPr/>
        </p:nvSpPr>
        <p:spPr>
          <a:xfrm xmlns:a="http://schemas.openxmlformats.org/drawingml/2006/main">
            <a:off x="552450" y="6286500"/>
            <a:ext cx="11087100" cy="9525"/>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43AEF1DC-BA4F-4AD1-8F60-756243D8BFC7}"/>
              </a:ext>
            </a:extLst>
          </p:cNvPr>
          <p:cNvSpPr>
            <a:spLocks xmlns:a="http://schemas.openxmlformats.org/drawingml/2006/main" noGrp="1"/>
          </p:cNvSpPr>
          <p:nvPr/>
        </p:nvSpPr>
        <p:spPr>
          <a:xfrm xmlns:a="http://schemas.openxmlformats.org/drawingml/2006/main">
            <a:off x="552450" y="6419850"/>
            <a:ext cx="8858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64748B"/>
                </a:solidFill>
                <a:latin typeface="Hiragino Sans"/>
                <a:ea typeface="Hiragino Sans"/>
                <a:cs typeface="Hiragino Sans"/>
              </a:defRPr>
            </a:pPr>
            <a:r>
              <a:rPr sz="675" b="0">
                <a:solidFill>
                  <a:srgbClr val="64748B"/>
                </a:solidFill>
                <a:latin typeface="Hiragino Sans"/>
                <a:ea typeface="Hiragino Sans"/>
                <a:cs typeface="Hiragino Sans"/>
              </a:rPr>
              <a:t>Source: paper/sections/05_input_contract.tex, docs/06_memory_aware_ae_candidates.md</a:t>
            </a:r>
          </a:p>
        </p:txBody>
      </p:sp>
      <p:sp>
        <p:nvSpPr>
          <p:cNvPr id="39" name="">
            <a:extLst xmlns:a="http://schemas.openxmlformats.org/drawingml/2006/main">
              <a:ext uri="{FF2B5EF4-FFF2-40B4-BE49-F238E27FC236}">
                <a16:creationId xmlns:a16="http://schemas.microsoft.com/office/drawing/2014/main" id="{D15B57A3-60C2-4D28-961D-1659B93ABF04}"/>
              </a:ext>
            </a:extLst>
          </p:cNvPr>
          <p:cNvSpPr>
            <a:spLocks xmlns:a="http://schemas.openxmlformats.org/drawingml/2006/main" noGrp="1"/>
          </p:cNvSpPr>
          <p:nvPr/>
        </p:nvSpPr>
        <p:spPr>
          <a:xfrm xmlns:a="http://schemas.openxmlformats.org/drawingml/2006/main">
            <a:off x="11125200" y="6391275"/>
            <a:ext cx="514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64748B"/>
                </a:solidFill>
                <a:latin typeface="Menlo"/>
                <a:ea typeface="Menlo"/>
                <a:cs typeface="Menlo"/>
              </a:defRPr>
            </a:pPr>
            <a:r>
              <a:rPr sz="1125" b="1">
                <a:solidFill>
                  <a:srgbClr val="64748B"/>
                </a:solidFill>
                <a:latin typeface="Menlo"/>
                <a:ea typeface="Menlo"/>
                <a:cs typeface="Menlo"/>
              </a:rPr>
              <a:t>02</a:t>
            </a:r>
          </a:p>
        </p:txBody>
      </p:sp>
    </p:spTree>
    <p:extLst>
      <p:ext uri="{BB962C8B-B14F-4D97-AF65-F5344CB8AC3E}">
        <p14:creationId xmlns:p14="http://schemas.microsoft.com/office/powerpoint/2010/main" val="104470953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51CA59C-CC42-49B4-9DA5-74858D1CBBB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8FAFC"/>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FD89957-04A5-4AE1-9F2F-00ECB42BF71F}"/>
              </a:ext>
            </a:extLst>
          </p:cNvPr>
          <p:cNvSpPr>
            <a:spLocks xmlns:a="http://schemas.openxmlformats.org/drawingml/2006/main" noGrp="1"/>
          </p:cNvSpPr>
          <p:nvPr/>
        </p:nvSpPr>
        <p:spPr>
          <a:xfrm xmlns:a="http://schemas.openxmlformats.org/drawingml/2006/main">
            <a:off x="0" y="0"/>
            <a:ext cx="12192000" cy="2095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FD52E3B-525A-4DBA-A69E-1579D6F71A67}"/>
              </a:ext>
            </a:extLst>
          </p:cNvPr>
          <p:cNvSpPr>
            <a:spLocks xmlns:a="http://schemas.openxmlformats.org/drawingml/2006/main" noGrp="1"/>
          </p:cNvSpPr>
          <p:nvPr/>
        </p:nvSpPr>
        <p:spPr>
          <a:xfrm xmlns:a="http://schemas.openxmlformats.org/drawingml/2006/main">
            <a:off x="552450" y="495300"/>
            <a:ext cx="76200" cy="76200"/>
          </a:xfrm>
          <a:prstGeom xmlns:a="http://schemas.openxmlformats.org/drawingml/2006/main" prst="rect">
            <a:avLst/>
          </a:prstGeom>
          <a:solidFill xmlns:a="http://schemas.openxmlformats.org/drawingml/2006/main">
            <a:srgbClr val="6D28D9"/>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510A349-E552-412C-9BFE-F2D67CA15849}"/>
              </a:ext>
            </a:extLst>
          </p:cNvPr>
          <p:cNvSpPr>
            <a:spLocks xmlns:a="http://schemas.openxmlformats.org/drawingml/2006/main" noGrp="1"/>
          </p:cNvSpPr>
          <p:nvPr/>
        </p:nvSpPr>
        <p:spPr>
          <a:xfrm xmlns:a="http://schemas.openxmlformats.org/drawingml/2006/main">
            <a:off x="742950" y="41910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825" b="1">
                <a:solidFill>
                  <a:srgbClr val="64748B"/>
                </a:solidFill>
                <a:latin typeface="Hiragino Sans"/>
                <a:ea typeface="Hiragino Sans"/>
                <a:cs typeface="Hiragino Sans"/>
              </a:defRPr>
            </a:pPr>
            <a:r>
              <a:rPr sz="825" b="1">
                <a:solidFill>
                  <a:srgbClr val="64748B"/>
                </a:solidFill>
                <a:latin typeface="Hiragino Sans"/>
                <a:ea typeface="Hiragino Sans"/>
                <a:cs typeface="Hiragino Sans"/>
              </a:rPr>
              <a:t>MODEL QUESTIONS | AE-01..05</a:t>
            </a:r>
          </a:p>
        </p:txBody>
      </p:sp>
      <p:sp>
        <p:nvSpPr>
          <p:cNvPr id="5" name="">
            <a:extLst xmlns:a="http://schemas.openxmlformats.org/drawingml/2006/main">
              <a:ext uri="{FF2B5EF4-FFF2-40B4-BE49-F238E27FC236}">
                <a16:creationId xmlns:a16="http://schemas.microsoft.com/office/drawing/2014/main" id="{B7A46F83-CEA6-4118-981D-6D328E754605}"/>
              </a:ext>
            </a:extLst>
          </p:cNvPr>
          <p:cNvSpPr>
            <a:spLocks xmlns:a="http://schemas.openxmlformats.org/drawingml/2006/main" noGrp="1"/>
          </p:cNvSpPr>
          <p:nvPr/>
        </p:nvSpPr>
        <p:spPr>
          <a:xfrm xmlns:a="http://schemas.openxmlformats.org/drawingml/2006/main">
            <a:off x="552450" y="800100"/>
            <a:ext cx="10287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75" b="1">
                <a:solidFill>
                  <a:srgbClr val="0F172A"/>
                </a:solidFill>
                <a:latin typeface="Hiragino Mincho ProN"/>
                <a:ea typeface="Hiragino Mincho ProN"/>
                <a:cs typeface="Hiragino Mincho ProN"/>
              </a:defRPr>
            </a:pPr>
            <a:r>
              <a:rPr sz="2475" b="1">
                <a:solidFill>
                  <a:srgbClr val="0F172A"/>
                </a:solidFill>
                <a:latin typeface="Hiragino Mincho ProN"/>
                <a:ea typeface="Hiragino Mincho ProN"/>
                <a:cs typeface="Hiragino Mincho ProN"/>
              </a:rPr>
              <a:t>AE-01..05はモデル一覧ではなく、5つの研究質問</a:t>
            </a:r>
          </a:p>
        </p:txBody>
      </p:sp>
      <p:sp>
        <p:nvSpPr>
          <p:cNvPr id="6" name="">
            <a:extLst xmlns:a="http://schemas.openxmlformats.org/drawingml/2006/main">
              <a:ext uri="{FF2B5EF4-FFF2-40B4-BE49-F238E27FC236}">
                <a16:creationId xmlns:a16="http://schemas.microsoft.com/office/drawing/2014/main" id="{1FFE0CAB-27E3-4527-9E88-BFEA929F8569}"/>
              </a:ext>
            </a:extLst>
          </p:cNvPr>
          <p:cNvSpPr>
            <a:spLocks xmlns:a="http://schemas.openxmlformats.org/drawingml/2006/main" noGrp="1"/>
          </p:cNvSpPr>
          <p:nvPr/>
        </p:nvSpPr>
        <p:spPr>
          <a:xfrm xmlns:a="http://schemas.openxmlformats.org/drawingml/2006/main">
            <a:off x="552450" y="1714500"/>
            <a:ext cx="9906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本資料では候補群を説明順にAE-01..05と呼び、単純な統計だけで足りるのか、時間文脈が必要なのかを順に切り分けます。</a:t>
            </a:r>
          </a:p>
        </p:txBody>
      </p:sp>
      <p:sp>
        <p:nvSpPr>
          <p:cNvPr id="7" name="">
            <a:extLst xmlns:a="http://schemas.openxmlformats.org/drawingml/2006/main">
              <a:ext uri="{FF2B5EF4-FFF2-40B4-BE49-F238E27FC236}">
                <a16:creationId xmlns:a16="http://schemas.microsoft.com/office/drawing/2014/main" id="{78AC2C0F-1E11-48E2-B7E3-C1B04A24F190}"/>
              </a:ext>
            </a:extLst>
          </p:cNvPr>
          <p:cNvSpPr>
            <a:spLocks xmlns:a="http://schemas.openxmlformats.org/drawingml/2006/main" noGrp="1"/>
          </p:cNvSpPr>
          <p:nvPr/>
        </p:nvSpPr>
        <p:spPr>
          <a:xfrm xmlns:a="http://schemas.openxmlformats.org/drawingml/2006/main">
            <a:off x="800100" y="2381250"/>
            <a:ext cx="10572750" cy="552450"/>
          </a:xfrm>
          <a:prstGeom xmlns:a="http://schemas.openxmlformats.org/drawingml/2006/main" prst="rect">
            <a:avLst/>
          </a:prstGeom>
          <a:solidFill xmlns:a="http://schemas.openxmlformats.org/drawingml/2006/main">
            <a:srgbClr val="EDE9FE"/>
          </a:solidFill>
          <a:ln xmlns:a="http://schemas.openxmlformats.org/drawingml/2006/main" w="9525">
            <a:solidFill>
              <a:srgbClr val="6D28D9"/>
            </a:solidFill>
            <a:prstDash val="solid"/>
          </a:ln>
        </p:spPr>
      </p:sp>
      <p:sp>
        <p:nvSpPr>
          <p:cNvPr id="8" name="">
            <a:extLst xmlns:a="http://schemas.openxmlformats.org/drawingml/2006/main">
              <a:ext uri="{FF2B5EF4-FFF2-40B4-BE49-F238E27FC236}">
                <a16:creationId xmlns:a16="http://schemas.microsoft.com/office/drawing/2014/main" id="{6B938DC7-38FB-4635-9A5B-B8BD254991F3}"/>
              </a:ext>
            </a:extLst>
          </p:cNvPr>
          <p:cNvSpPr>
            <a:spLocks xmlns:a="http://schemas.openxmlformats.org/drawingml/2006/main" noGrp="1"/>
          </p:cNvSpPr>
          <p:nvPr/>
        </p:nvSpPr>
        <p:spPr>
          <a:xfrm xmlns:a="http://schemas.openxmlformats.org/drawingml/2006/main">
            <a:off x="1028700" y="254317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05" b="1">
                <a:solidFill>
                  <a:srgbClr val="6D28D9"/>
                </a:solidFill>
                <a:latin typeface="Hiragino Sans"/>
                <a:ea typeface="Hiragino Sans"/>
                <a:cs typeface="Hiragino Sans"/>
              </a:defRPr>
            </a:pPr>
            <a:r>
              <a:rPr sz="1005" b="1">
                <a:solidFill>
                  <a:srgbClr val="6D28D9"/>
                </a:solidFill>
                <a:latin typeface="Hiragino Sans"/>
                <a:ea typeface="Hiragino Sans"/>
                <a:cs typeface="Hiragino Sans"/>
              </a:rPr>
              <a:t>AE-01  Flat MLP</a:t>
            </a:r>
          </a:p>
        </p:txBody>
      </p:sp>
      <p:sp>
        <p:nvSpPr>
          <p:cNvPr id="9" name="">
            <a:extLst xmlns:a="http://schemas.openxmlformats.org/drawingml/2006/main">
              <a:ext uri="{FF2B5EF4-FFF2-40B4-BE49-F238E27FC236}">
                <a16:creationId xmlns:a16="http://schemas.microsoft.com/office/drawing/2014/main" id="{7CAAFB67-17F2-44A6-803B-EEC705D605D0}"/>
              </a:ext>
            </a:extLst>
          </p:cNvPr>
          <p:cNvSpPr>
            <a:spLocks xmlns:a="http://schemas.openxmlformats.org/drawingml/2006/main" noGrp="1"/>
          </p:cNvSpPr>
          <p:nvPr/>
        </p:nvSpPr>
        <p:spPr>
          <a:xfrm xmlns:a="http://schemas.openxmlformats.org/drawingml/2006/main">
            <a:off x="4191000" y="2505075"/>
            <a:ext cx="495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23" b="0">
                <a:solidFill>
                  <a:srgbClr val="0F172A"/>
                </a:solidFill>
                <a:latin typeface="Hiragino Sans"/>
                <a:ea typeface="Hiragino Sans"/>
                <a:cs typeface="Hiragino Sans"/>
              </a:defRPr>
            </a:pPr>
            <a:r>
              <a:rPr sz="923" b="0">
                <a:solidFill>
                  <a:srgbClr val="0F172A"/>
                </a:solidFill>
                <a:latin typeface="Hiragino Sans"/>
                <a:ea typeface="Hiragino Sans"/>
                <a:cs typeface="Hiragino Sans"/>
              </a:rPr>
              <a:t>10秒統計を平らに並べるだけで、異常のズレは見えるか。</a:t>
            </a:r>
          </a:p>
        </p:txBody>
      </p:sp>
      <p:sp>
        <p:nvSpPr>
          <p:cNvPr id="10" name="">
            <a:extLst xmlns:a="http://schemas.openxmlformats.org/drawingml/2006/main">
              <a:ext uri="{FF2B5EF4-FFF2-40B4-BE49-F238E27FC236}">
                <a16:creationId xmlns:a16="http://schemas.microsoft.com/office/drawing/2014/main" id="{5B548B38-E6D5-4B41-ACDE-5CF7517B6C14}"/>
              </a:ext>
            </a:extLst>
          </p:cNvPr>
          <p:cNvSpPr>
            <a:spLocks xmlns:a="http://schemas.openxmlformats.org/drawingml/2006/main" noGrp="1"/>
          </p:cNvSpPr>
          <p:nvPr/>
        </p:nvSpPr>
        <p:spPr>
          <a:xfrm xmlns:a="http://schemas.openxmlformats.org/drawingml/2006/main">
            <a:off x="9525000" y="255270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20" b="0">
                <a:solidFill>
                  <a:srgbClr val="64748B"/>
                </a:solidFill>
                <a:latin typeface="Menlo"/>
                <a:ea typeface="Menlo"/>
                <a:cs typeface="Menlo"/>
              </a:defRPr>
            </a:pPr>
            <a:r>
              <a:rPr sz="720" b="0">
                <a:solidFill>
                  <a:srgbClr val="64748B"/>
                </a:solidFill>
                <a:latin typeface="Menlo"/>
                <a:ea typeface="Menlo"/>
                <a:cs typeface="Menlo"/>
              </a:rPr>
              <a:t>元 AE-0/1</a:t>
            </a:r>
          </a:p>
        </p:txBody>
      </p:sp>
      <p:sp>
        <p:nvSpPr>
          <p:cNvPr id="11" name="">
            <a:extLst xmlns:a="http://schemas.openxmlformats.org/drawingml/2006/main">
              <a:ext uri="{FF2B5EF4-FFF2-40B4-BE49-F238E27FC236}">
                <a16:creationId xmlns:a16="http://schemas.microsoft.com/office/drawing/2014/main" id="{271DD5DC-DEB5-4A18-8A3B-AE82C1CC2264}"/>
              </a:ext>
            </a:extLst>
          </p:cNvPr>
          <p:cNvSpPr>
            <a:spLocks xmlns:a="http://schemas.openxmlformats.org/drawingml/2006/main" noGrp="1"/>
          </p:cNvSpPr>
          <p:nvPr/>
        </p:nvSpPr>
        <p:spPr>
          <a:xfrm xmlns:a="http://schemas.openxmlformats.org/drawingml/2006/main">
            <a:off x="800100" y="2971800"/>
            <a:ext cx="10572750" cy="552450"/>
          </a:xfrm>
          <a:prstGeom xmlns:a="http://schemas.openxmlformats.org/drawingml/2006/main" prst="rect">
            <a:avLst/>
          </a:prstGeom>
          <a:solidFill xmlns:a="http://schemas.openxmlformats.org/drawingml/2006/main">
            <a:srgbClr val="DBEAFE"/>
          </a:solidFill>
          <a:ln xmlns:a="http://schemas.openxmlformats.org/drawingml/2006/main" w="9525">
            <a:solidFill>
              <a:srgbClr val="2563EB"/>
            </a:solidFill>
            <a:prstDash val="solid"/>
          </a:ln>
        </p:spPr>
      </p:sp>
      <p:sp>
        <p:nvSpPr>
          <p:cNvPr id="12" name="">
            <a:extLst xmlns:a="http://schemas.openxmlformats.org/drawingml/2006/main">
              <a:ext uri="{FF2B5EF4-FFF2-40B4-BE49-F238E27FC236}">
                <a16:creationId xmlns:a16="http://schemas.microsoft.com/office/drawing/2014/main" id="{90D588A0-A002-4379-BF89-7CCF990E49AB}"/>
              </a:ext>
            </a:extLst>
          </p:cNvPr>
          <p:cNvSpPr>
            <a:spLocks xmlns:a="http://schemas.openxmlformats.org/drawingml/2006/main" noGrp="1"/>
          </p:cNvSpPr>
          <p:nvPr/>
        </p:nvSpPr>
        <p:spPr>
          <a:xfrm xmlns:a="http://schemas.openxmlformats.org/drawingml/2006/main">
            <a:off x="1028700" y="31337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05" b="1">
                <a:solidFill>
                  <a:srgbClr val="2563EB"/>
                </a:solidFill>
                <a:latin typeface="Hiragino Sans"/>
                <a:ea typeface="Hiragino Sans"/>
                <a:cs typeface="Hiragino Sans"/>
              </a:defRPr>
            </a:pPr>
            <a:r>
              <a:rPr sz="1005" b="1">
                <a:solidFill>
                  <a:srgbClr val="2563EB"/>
                </a:solidFill>
                <a:latin typeface="Hiragino Sans"/>
                <a:ea typeface="Hiragino Sans"/>
                <a:cs typeface="Hiragino Sans"/>
              </a:rPr>
              <a:t>AE-02  Two-level Dense</a:t>
            </a:r>
          </a:p>
        </p:txBody>
      </p:sp>
      <p:sp>
        <p:nvSpPr>
          <p:cNvPr id="13" name="">
            <a:extLst xmlns:a="http://schemas.openxmlformats.org/drawingml/2006/main">
              <a:ext uri="{FF2B5EF4-FFF2-40B4-BE49-F238E27FC236}">
                <a16:creationId xmlns:a16="http://schemas.microsoft.com/office/drawing/2014/main" id="{129C7B65-FE7E-41C4-B552-0C8F04C5E2B7}"/>
              </a:ext>
            </a:extLst>
          </p:cNvPr>
          <p:cNvSpPr>
            <a:spLocks xmlns:a="http://schemas.openxmlformats.org/drawingml/2006/main" noGrp="1"/>
          </p:cNvSpPr>
          <p:nvPr/>
        </p:nvSpPr>
        <p:spPr>
          <a:xfrm xmlns:a="http://schemas.openxmlformats.org/drawingml/2006/main">
            <a:off x="4191000" y="3095625"/>
            <a:ext cx="495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23" b="0">
                <a:solidFill>
                  <a:srgbClr val="0F172A"/>
                </a:solidFill>
                <a:latin typeface="Hiragino Sans"/>
                <a:ea typeface="Hiragino Sans"/>
                <a:cs typeface="Hiragino Sans"/>
              </a:defRPr>
            </a:pPr>
            <a:r>
              <a:rPr sz="923" b="0">
                <a:solidFill>
                  <a:srgbClr val="0F172A"/>
                </a:solidFill>
                <a:latin typeface="Hiragino Sans"/>
                <a:ea typeface="Hiragino Sans"/>
                <a:cs typeface="Hiragino Sans"/>
              </a:rPr>
              <a:t>各10秒を同じ規則で要約すれば、時間演算なしで足りるか。</a:t>
            </a:r>
          </a:p>
        </p:txBody>
      </p:sp>
      <p:sp>
        <p:nvSpPr>
          <p:cNvPr id="14" name="">
            <a:extLst xmlns:a="http://schemas.openxmlformats.org/drawingml/2006/main">
              <a:ext uri="{FF2B5EF4-FFF2-40B4-BE49-F238E27FC236}">
                <a16:creationId xmlns:a16="http://schemas.microsoft.com/office/drawing/2014/main" id="{701D6172-76D0-477D-B0C9-3B6BA2DF43B8}"/>
              </a:ext>
            </a:extLst>
          </p:cNvPr>
          <p:cNvSpPr>
            <a:spLocks xmlns:a="http://schemas.openxmlformats.org/drawingml/2006/main" noGrp="1"/>
          </p:cNvSpPr>
          <p:nvPr/>
        </p:nvSpPr>
        <p:spPr>
          <a:xfrm xmlns:a="http://schemas.openxmlformats.org/drawingml/2006/main">
            <a:off x="9525000" y="314325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20" b="0">
                <a:solidFill>
                  <a:srgbClr val="64748B"/>
                </a:solidFill>
                <a:latin typeface="Menlo"/>
                <a:ea typeface="Menlo"/>
                <a:cs typeface="Menlo"/>
              </a:defRPr>
            </a:pPr>
            <a:r>
              <a:rPr sz="720" b="0">
                <a:solidFill>
                  <a:srgbClr val="64748B"/>
                </a:solidFill>
                <a:latin typeface="Menlo"/>
                <a:ea typeface="Menlo"/>
                <a:cs typeface="Menlo"/>
              </a:rPr>
              <a:t>元 AE-2</a:t>
            </a:r>
          </a:p>
        </p:txBody>
      </p:sp>
      <p:sp>
        <p:nvSpPr>
          <p:cNvPr id="15" name="">
            <a:extLst xmlns:a="http://schemas.openxmlformats.org/drawingml/2006/main">
              <a:ext uri="{FF2B5EF4-FFF2-40B4-BE49-F238E27FC236}">
                <a16:creationId xmlns:a16="http://schemas.microsoft.com/office/drawing/2014/main" id="{DCC6CFE2-D905-4F93-AFF7-56C4A0C6C81B}"/>
              </a:ext>
            </a:extLst>
          </p:cNvPr>
          <p:cNvSpPr>
            <a:spLocks xmlns:a="http://schemas.openxmlformats.org/drawingml/2006/main" noGrp="1"/>
          </p:cNvSpPr>
          <p:nvPr/>
        </p:nvSpPr>
        <p:spPr>
          <a:xfrm xmlns:a="http://schemas.openxmlformats.org/drawingml/2006/main">
            <a:off x="800100" y="3562350"/>
            <a:ext cx="10572750" cy="55245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16" name="">
            <a:extLst xmlns:a="http://schemas.openxmlformats.org/drawingml/2006/main">
              <a:ext uri="{FF2B5EF4-FFF2-40B4-BE49-F238E27FC236}">
                <a16:creationId xmlns:a16="http://schemas.microsoft.com/office/drawing/2014/main" id="{A863F0E5-E28D-41A9-BECB-FEACEE427A50}"/>
              </a:ext>
            </a:extLst>
          </p:cNvPr>
          <p:cNvSpPr>
            <a:spLocks xmlns:a="http://schemas.openxmlformats.org/drawingml/2006/main" noGrp="1"/>
          </p:cNvSpPr>
          <p:nvPr/>
        </p:nvSpPr>
        <p:spPr>
          <a:xfrm xmlns:a="http://schemas.openxmlformats.org/drawingml/2006/main">
            <a:off x="1028700" y="372427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05" b="1">
                <a:solidFill>
                  <a:srgbClr val="15803D"/>
                </a:solidFill>
                <a:latin typeface="Hiragino Sans"/>
                <a:ea typeface="Hiragino Sans"/>
                <a:cs typeface="Hiragino Sans"/>
              </a:defRPr>
            </a:pPr>
            <a:r>
              <a:rPr sz="1005" b="1">
                <a:solidFill>
                  <a:srgbClr val="15803D"/>
                </a:solidFill>
                <a:latin typeface="Hiragino Sans"/>
                <a:ea typeface="Hiragino Sans"/>
                <a:cs typeface="Hiragino Sans"/>
              </a:rPr>
              <a:t>AE-03  GRU context</a:t>
            </a:r>
          </a:p>
        </p:txBody>
      </p:sp>
      <p:sp>
        <p:nvSpPr>
          <p:cNvPr id="17" name="">
            <a:extLst xmlns:a="http://schemas.openxmlformats.org/drawingml/2006/main">
              <a:ext uri="{FF2B5EF4-FFF2-40B4-BE49-F238E27FC236}">
                <a16:creationId xmlns:a16="http://schemas.microsoft.com/office/drawing/2014/main" id="{E2650472-81C9-4C3E-8313-889F220D9A67}"/>
              </a:ext>
            </a:extLst>
          </p:cNvPr>
          <p:cNvSpPr>
            <a:spLocks xmlns:a="http://schemas.openxmlformats.org/drawingml/2006/main" noGrp="1"/>
          </p:cNvSpPr>
          <p:nvPr/>
        </p:nvSpPr>
        <p:spPr>
          <a:xfrm xmlns:a="http://schemas.openxmlformats.org/drawingml/2006/main">
            <a:off x="4191000" y="3686175"/>
            <a:ext cx="495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23" b="0">
                <a:solidFill>
                  <a:srgbClr val="0F172A"/>
                </a:solidFill>
                <a:latin typeface="Hiragino Sans"/>
                <a:ea typeface="Hiragino Sans"/>
                <a:cs typeface="Hiragino Sans"/>
              </a:defRPr>
            </a:pPr>
            <a:r>
              <a:rPr sz="923" b="0">
                <a:solidFill>
                  <a:srgbClr val="0F172A"/>
                </a:solidFill>
                <a:latin typeface="Hiragino Sans"/>
                <a:ea typeface="Hiragino Sans"/>
                <a:cs typeface="Hiragino Sans"/>
              </a:rPr>
              <a:t>過去の並びや順序を見ないと、ズレを説明できないか。</a:t>
            </a:r>
          </a:p>
        </p:txBody>
      </p:sp>
      <p:sp>
        <p:nvSpPr>
          <p:cNvPr id="18" name="">
            <a:extLst xmlns:a="http://schemas.openxmlformats.org/drawingml/2006/main">
              <a:ext uri="{FF2B5EF4-FFF2-40B4-BE49-F238E27FC236}">
                <a16:creationId xmlns:a16="http://schemas.microsoft.com/office/drawing/2014/main" id="{5A786ABA-2C05-4CC2-90FC-688A9404182F}"/>
              </a:ext>
            </a:extLst>
          </p:cNvPr>
          <p:cNvSpPr>
            <a:spLocks xmlns:a="http://schemas.openxmlformats.org/drawingml/2006/main" noGrp="1"/>
          </p:cNvSpPr>
          <p:nvPr/>
        </p:nvSpPr>
        <p:spPr>
          <a:xfrm xmlns:a="http://schemas.openxmlformats.org/drawingml/2006/main">
            <a:off x="9525000" y="373380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20" b="0">
                <a:solidFill>
                  <a:srgbClr val="64748B"/>
                </a:solidFill>
                <a:latin typeface="Menlo"/>
                <a:ea typeface="Menlo"/>
                <a:cs typeface="Menlo"/>
              </a:defRPr>
            </a:pPr>
            <a:r>
              <a:rPr sz="720" b="0">
                <a:solidFill>
                  <a:srgbClr val="64748B"/>
                </a:solidFill>
                <a:latin typeface="Menlo"/>
                <a:ea typeface="Menlo"/>
                <a:cs typeface="Menlo"/>
              </a:rPr>
              <a:t>元 AE-3a</a:t>
            </a:r>
          </a:p>
        </p:txBody>
      </p:sp>
      <p:sp>
        <p:nvSpPr>
          <p:cNvPr id="19" name="">
            <a:extLst xmlns:a="http://schemas.openxmlformats.org/drawingml/2006/main">
              <a:ext uri="{FF2B5EF4-FFF2-40B4-BE49-F238E27FC236}">
                <a16:creationId xmlns:a16="http://schemas.microsoft.com/office/drawing/2014/main" id="{A5874073-0B87-4E15-89ED-830D803BC535}"/>
              </a:ext>
            </a:extLst>
          </p:cNvPr>
          <p:cNvSpPr>
            <a:spLocks xmlns:a="http://schemas.openxmlformats.org/drawingml/2006/main" noGrp="1"/>
          </p:cNvSpPr>
          <p:nvPr/>
        </p:nvSpPr>
        <p:spPr>
          <a:xfrm xmlns:a="http://schemas.openxmlformats.org/drawingml/2006/main">
            <a:off x="800100" y="4152900"/>
            <a:ext cx="10572750" cy="552450"/>
          </a:xfrm>
          <a:prstGeom xmlns:a="http://schemas.openxmlformats.org/drawingml/2006/main" prst="rect">
            <a:avLst/>
          </a:prstGeom>
          <a:solidFill xmlns:a="http://schemas.openxmlformats.org/drawingml/2006/main">
            <a:srgbClr val="CFFAFE"/>
          </a:solidFill>
          <a:ln xmlns:a="http://schemas.openxmlformats.org/drawingml/2006/main" w="9525">
            <a:solidFill>
              <a:srgbClr val="0E7490"/>
            </a:solidFill>
            <a:prstDash val="solid"/>
          </a:ln>
        </p:spPr>
      </p:sp>
      <p:sp>
        <p:nvSpPr>
          <p:cNvPr id="20" name="">
            <a:extLst xmlns:a="http://schemas.openxmlformats.org/drawingml/2006/main">
              <a:ext uri="{FF2B5EF4-FFF2-40B4-BE49-F238E27FC236}">
                <a16:creationId xmlns:a16="http://schemas.microsoft.com/office/drawing/2014/main" id="{E42AAE7F-8DE7-46B8-A159-7905CEB9C4DA}"/>
              </a:ext>
            </a:extLst>
          </p:cNvPr>
          <p:cNvSpPr>
            <a:spLocks xmlns:a="http://schemas.openxmlformats.org/drawingml/2006/main" noGrp="1"/>
          </p:cNvSpPr>
          <p:nvPr/>
        </p:nvSpPr>
        <p:spPr>
          <a:xfrm xmlns:a="http://schemas.openxmlformats.org/drawingml/2006/main">
            <a:off x="1028700" y="43148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05" b="1">
                <a:solidFill>
                  <a:srgbClr val="0E7490"/>
                </a:solidFill>
                <a:latin typeface="Hiragino Sans"/>
                <a:ea typeface="Hiragino Sans"/>
                <a:cs typeface="Hiragino Sans"/>
              </a:defRPr>
            </a:pPr>
            <a:r>
              <a:rPr sz="1005" b="1">
                <a:solidFill>
                  <a:srgbClr val="0E7490"/>
                </a:solidFill>
                <a:latin typeface="Hiragino Sans"/>
                <a:ea typeface="Hiragino Sans"/>
                <a:cs typeface="Hiragino Sans"/>
              </a:rPr>
              <a:t>AE-04  Temporal Conv1D</a:t>
            </a:r>
          </a:p>
        </p:txBody>
      </p:sp>
      <p:sp>
        <p:nvSpPr>
          <p:cNvPr id="21" name="">
            <a:extLst xmlns:a="http://schemas.openxmlformats.org/drawingml/2006/main">
              <a:ext uri="{FF2B5EF4-FFF2-40B4-BE49-F238E27FC236}">
                <a16:creationId xmlns:a16="http://schemas.microsoft.com/office/drawing/2014/main" id="{A466AC01-4BCE-498B-9089-249B15734ACC}"/>
              </a:ext>
            </a:extLst>
          </p:cNvPr>
          <p:cNvSpPr>
            <a:spLocks xmlns:a="http://schemas.openxmlformats.org/drawingml/2006/main" noGrp="1"/>
          </p:cNvSpPr>
          <p:nvPr/>
        </p:nvSpPr>
        <p:spPr>
          <a:xfrm xmlns:a="http://schemas.openxmlformats.org/drawingml/2006/main">
            <a:off x="4191000" y="4276725"/>
            <a:ext cx="495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23" b="0">
                <a:solidFill>
                  <a:srgbClr val="0F172A"/>
                </a:solidFill>
                <a:latin typeface="Hiragino Sans"/>
                <a:ea typeface="Hiragino Sans"/>
                <a:cs typeface="Hiragino Sans"/>
              </a:defRPr>
            </a:pPr>
            <a:r>
              <a:rPr sz="923" b="0">
                <a:solidFill>
                  <a:srgbClr val="0F172A"/>
                </a:solidFill>
                <a:latin typeface="Hiragino Sans"/>
                <a:ea typeface="Hiragino Sans"/>
                <a:cs typeface="Hiragino Sans"/>
              </a:rPr>
              <a:t>隣り合う短い変化だけで、時間の特徴は足りるか。</a:t>
            </a:r>
          </a:p>
        </p:txBody>
      </p:sp>
      <p:sp>
        <p:nvSpPr>
          <p:cNvPr id="22" name="">
            <a:extLst xmlns:a="http://schemas.openxmlformats.org/drawingml/2006/main">
              <a:ext uri="{FF2B5EF4-FFF2-40B4-BE49-F238E27FC236}">
                <a16:creationId xmlns:a16="http://schemas.microsoft.com/office/drawing/2014/main" id="{F1969624-A029-4200-AEBC-9D52DCA605B7}"/>
              </a:ext>
            </a:extLst>
          </p:cNvPr>
          <p:cNvSpPr>
            <a:spLocks xmlns:a="http://schemas.openxmlformats.org/drawingml/2006/main" noGrp="1"/>
          </p:cNvSpPr>
          <p:nvPr/>
        </p:nvSpPr>
        <p:spPr>
          <a:xfrm xmlns:a="http://schemas.openxmlformats.org/drawingml/2006/main">
            <a:off x="9525000" y="432435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20" b="0">
                <a:solidFill>
                  <a:srgbClr val="64748B"/>
                </a:solidFill>
                <a:latin typeface="Menlo"/>
                <a:ea typeface="Menlo"/>
                <a:cs typeface="Menlo"/>
              </a:defRPr>
            </a:pPr>
            <a:r>
              <a:rPr sz="720" b="0">
                <a:solidFill>
                  <a:srgbClr val="64748B"/>
                </a:solidFill>
                <a:latin typeface="Menlo"/>
                <a:ea typeface="Menlo"/>
                <a:cs typeface="Menlo"/>
              </a:rPr>
              <a:t>元 AE-4</a:t>
            </a:r>
          </a:p>
        </p:txBody>
      </p:sp>
      <p:sp>
        <p:nvSpPr>
          <p:cNvPr id="23" name="">
            <a:extLst xmlns:a="http://schemas.openxmlformats.org/drawingml/2006/main">
              <a:ext uri="{FF2B5EF4-FFF2-40B4-BE49-F238E27FC236}">
                <a16:creationId xmlns:a16="http://schemas.microsoft.com/office/drawing/2014/main" id="{3DC2EBF4-4F9E-47E4-B05F-5B3C0B4005E3}"/>
              </a:ext>
            </a:extLst>
          </p:cNvPr>
          <p:cNvSpPr>
            <a:spLocks xmlns:a="http://schemas.openxmlformats.org/drawingml/2006/main" noGrp="1"/>
          </p:cNvSpPr>
          <p:nvPr/>
        </p:nvSpPr>
        <p:spPr>
          <a:xfrm xmlns:a="http://schemas.openxmlformats.org/drawingml/2006/main">
            <a:off x="800100" y="4743450"/>
            <a:ext cx="10572750" cy="552450"/>
          </a:xfrm>
          <a:prstGeom xmlns:a="http://schemas.openxmlformats.org/drawingml/2006/main" prst="rect">
            <a:avLst/>
          </a:prstGeom>
          <a:solidFill xmlns:a="http://schemas.openxmlformats.org/drawingml/2006/main">
            <a:srgbClr val="FEF3C7"/>
          </a:solidFill>
          <a:ln xmlns:a="http://schemas.openxmlformats.org/drawingml/2006/main" w="9525">
            <a:solidFill>
              <a:srgbClr val="B45309"/>
            </a:solidFill>
            <a:prstDash val="solid"/>
          </a:ln>
        </p:spPr>
      </p:sp>
      <p:sp>
        <p:nvSpPr>
          <p:cNvPr id="24" name="">
            <a:extLst xmlns:a="http://schemas.openxmlformats.org/drawingml/2006/main">
              <a:ext uri="{FF2B5EF4-FFF2-40B4-BE49-F238E27FC236}">
                <a16:creationId xmlns:a16="http://schemas.microsoft.com/office/drawing/2014/main" id="{084EC76D-F5C8-457A-AE45-1D43DC2099D1}"/>
              </a:ext>
            </a:extLst>
          </p:cNvPr>
          <p:cNvSpPr>
            <a:spLocks xmlns:a="http://schemas.openxmlformats.org/drawingml/2006/main" noGrp="1"/>
          </p:cNvSpPr>
          <p:nvPr/>
        </p:nvSpPr>
        <p:spPr>
          <a:xfrm xmlns:a="http://schemas.openxmlformats.org/drawingml/2006/main">
            <a:off x="1028700" y="490537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05" b="1">
                <a:solidFill>
                  <a:srgbClr val="B45309"/>
                </a:solidFill>
                <a:latin typeface="Hiragino Sans"/>
                <a:ea typeface="Hiragino Sans"/>
                <a:cs typeface="Hiragino Sans"/>
              </a:defRPr>
            </a:pPr>
            <a:r>
              <a:rPr sz="1005" b="1">
                <a:solidFill>
                  <a:srgbClr val="B45309"/>
                </a:solidFill>
                <a:latin typeface="Hiragino Sans"/>
                <a:ea typeface="Hiragino Sans"/>
                <a:cs typeface="Hiragino Sans"/>
              </a:rPr>
              <a:t>AE-05  Tiny CNN-GRU</a:t>
            </a:r>
          </a:p>
        </p:txBody>
      </p:sp>
      <p:sp>
        <p:nvSpPr>
          <p:cNvPr id="25" name="">
            <a:extLst xmlns:a="http://schemas.openxmlformats.org/drawingml/2006/main">
              <a:ext uri="{FF2B5EF4-FFF2-40B4-BE49-F238E27FC236}">
                <a16:creationId xmlns:a16="http://schemas.microsoft.com/office/drawing/2014/main" id="{E4F88C97-49E9-4A15-9344-39B815895943}"/>
              </a:ext>
            </a:extLst>
          </p:cNvPr>
          <p:cNvSpPr>
            <a:spLocks xmlns:a="http://schemas.openxmlformats.org/drawingml/2006/main" noGrp="1"/>
          </p:cNvSpPr>
          <p:nvPr/>
        </p:nvSpPr>
        <p:spPr>
          <a:xfrm xmlns:a="http://schemas.openxmlformats.org/drawingml/2006/main">
            <a:off x="4191000" y="4867275"/>
            <a:ext cx="4953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23" b="0">
                <a:solidFill>
                  <a:srgbClr val="0F172A"/>
                </a:solidFill>
                <a:latin typeface="Hiragino Sans"/>
                <a:ea typeface="Hiragino Sans"/>
                <a:cs typeface="Hiragino Sans"/>
              </a:defRPr>
            </a:pPr>
            <a:r>
              <a:rPr sz="923" b="0">
                <a:solidFill>
                  <a:srgbClr val="0F172A"/>
                </a:solidFill>
                <a:latin typeface="Hiragino Sans"/>
                <a:ea typeface="Hiragino Sans"/>
                <a:cs typeface="Hiragino Sans"/>
              </a:rPr>
              <a:t>同じ時刻内の特徴混合と時間文脈を組み合わせる価値はあるか。</a:t>
            </a:r>
          </a:p>
        </p:txBody>
      </p:sp>
      <p:sp>
        <p:nvSpPr>
          <p:cNvPr id="26" name="">
            <a:extLst xmlns:a="http://schemas.openxmlformats.org/drawingml/2006/main">
              <a:ext uri="{FF2B5EF4-FFF2-40B4-BE49-F238E27FC236}">
                <a16:creationId xmlns:a16="http://schemas.microsoft.com/office/drawing/2014/main" id="{C1469BB5-EFEC-4F55-AE40-E4641BA1C658}"/>
              </a:ext>
            </a:extLst>
          </p:cNvPr>
          <p:cNvSpPr>
            <a:spLocks xmlns:a="http://schemas.openxmlformats.org/drawingml/2006/main" noGrp="1"/>
          </p:cNvSpPr>
          <p:nvPr/>
        </p:nvSpPr>
        <p:spPr>
          <a:xfrm xmlns:a="http://schemas.openxmlformats.org/drawingml/2006/main">
            <a:off x="9525000" y="4914900"/>
            <a:ext cx="1428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20" b="0">
                <a:solidFill>
                  <a:srgbClr val="64748B"/>
                </a:solidFill>
                <a:latin typeface="Menlo"/>
                <a:ea typeface="Menlo"/>
                <a:cs typeface="Menlo"/>
              </a:defRPr>
            </a:pPr>
            <a:r>
              <a:rPr sz="720" b="0">
                <a:solidFill>
                  <a:srgbClr val="64748B"/>
                </a:solidFill>
                <a:latin typeface="Menlo"/>
                <a:ea typeface="Menlo"/>
                <a:cs typeface="Menlo"/>
              </a:rPr>
              <a:t>元 AE-5</a:t>
            </a:r>
          </a:p>
        </p:txBody>
      </p:sp>
      <p:sp>
        <p:nvSpPr>
          <p:cNvPr id="27" name="">
            <a:extLst xmlns:a="http://schemas.openxmlformats.org/drawingml/2006/main">
              <a:ext uri="{FF2B5EF4-FFF2-40B4-BE49-F238E27FC236}">
                <a16:creationId xmlns:a16="http://schemas.microsoft.com/office/drawing/2014/main" id="{5E6F3278-8229-4813-BA54-01D5BDCBA7F0}"/>
              </a:ext>
            </a:extLst>
          </p:cNvPr>
          <p:cNvSpPr>
            <a:spLocks xmlns:a="http://schemas.openxmlformats.org/drawingml/2006/main" noGrp="1"/>
          </p:cNvSpPr>
          <p:nvPr/>
        </p:nvSpPr>
        <p:spPr>
          <a:xfrm xmlns:a="http://schemas.openxmlformats.org/drawingml/2006/main">
            <a:off x="2000250" y="5619750"/>
            <a:ext cx="66675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22612AEA-8D6A-4D28-83A7-56B33E54AF50}"/>
              </a:ext>
            </a:extLst>
          </p:cNvPr>
          <p:cNvSpPr>
            <a:spLocks xmlns:a="http://schemas.openxmlformats.org/drawingml/2006/main" noGrp="1"/>
          </p:cNvSpPr>
          <p:nvPr/>
        </p:nvSpPr>
        <p:spPr>
          <a:xfrm xmlns:a="http://schemas.openxmlformats.org/drawingml/2006/main">
            <a:off x="2667000" y="550545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29" name="">
            <a:extLst xmlns:a="http://schemas.openxmlformats.org/drawingml/2006/main">
              <a:ext uri="{FF2B5EF4-FFF2-40B4-BE49-F238E27FC236}">
                <a16:creationId xmlns:a16="http://schemas.microsoft.com/office/drawing/2014/main" id="{0878AADB-C68E-4676-B9DB-FBBD5945F7B0}"/>
              </a:ext>
            </a:extLst>
          </p:cNvPr>
          <p:cNvSpPr>
            <a:spLocks xmlns:a="http://schemas.openxmlformats.org/drawingml/2006/main" noGrp="1"/>
          </p:cNvSpPr>
          <p:nvPr/>
        </p:nvSpPr>
        <p:spPr>
          <a:xfrm xmlns:a="http://schemas.openxmlformats.org/drawingml/2006/main">
            <a:off x="2914650" y="5486400"/>
            <a:ext cx="1943100" cy="26670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30" name="">
            <a:extLst xmlns:a="http://schemas.openxmlformats.org/drawingml/2006/main">
              <a:ext uri="{FF2B5EF4-FFF2-40B4-BE49-F238E27FC236}">
                <a16:creationId xmlns:a16="http://schemas.microsoft.com/office/drawing/2014/main" id="{E1DBF1E6-AA5A-4A9B-999A-E2D2313DA75D}"/>
              </a:ext>
            </a:extLst>
          </p:cNvPr>
          <p:cNvSpPr>
            <a:spLocks xmlns:a="http://schemas.openxmlformats.org/drawingml/2006/main" noGrp="1"/>
          </p:cNvSpPr>
          <p:nvPr/>
        </p:nvSpPr>
        <p:spPr>
          <a:xfrm xmlns:a="http://schemas.openxmlformats.org/drawingml/2006/main">
            <a:off x="2990850" y="5524500"/>
            <a:ext cx="1790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15803D"/>
                </a:solidFill>
                <a:latin typeface="Hiragino Sans"/>
                <a:ea typeface="Hiragino Sans"/>
                <a:cs typeface="Hiragino Sans"/>
              </a:defRPr>
            </a:pPr>
            <a:r>
              <a:rPr sz="765" b="1">
                <a:solidFill>
                  <a:srgbClr val="15803D"/>
                </a:solidFill>
                <a:latin typeface="Hiragino Sans"/>
                <a:ea typeface="Hiragino Sans"/>
                <a:cs typeface="Hiragino Sans"/>
              </a:rPr>
              <a:t>単純候補で足りるなら止める</a:t>
            </a:r>
          </a:p>
        </p:txBody>
      </p:sp>
      <p:sp>
        <p:nvSpPr>
          <p:cNvPr id="31" name="">
            <a:extLst xmlns:a="http://schemas.openxmlformats.org/drawingml/2006/main">
              <a:ext uri="{FF2B5EF4-FFF2-40B4-BE49-F238E27FC236}">
                <a16:creationId xmlns:a16="http://schemas.microsoft.com/office/drawing/2014/main" id="{791F5F73-E132-46B6-A019-D9A69ED44007}"/>
              </a:ext>
            </a:extLst>
          </p:cNvPr>
          <p:cNvSpPr>
            <a:spLocks xmlns:a="http://schemas.openxmlformats.org/drawingml/2006/main" noGrp="1"/>
          </p:cNvSpPr>
          <p:nvPr/>
        </p:nvSpPr>
        <p:spPr>
          <a:xfrm xmlns:a="http://schemas.openxmlformats.org/drawingml/2006/main">
            <a:off x="4991100" y="5619750"/>
            <a:ext cx="66675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63DC0C2F-1E24-4EE4-A102-D47EF15B74B2}"/>
              </a:ext>
            </a:extLst>
          </p:cNvPr>
          <p:cNvSpPr>
            <a:spLocks xmlns:a="http://schemas.openxmlformats.org/drawingml/2006/main" noGrp="1"/>
          </p:cNvSpPr>
          <p:nvPr/>
        </p:nvSpPr>
        <p:spPr>
          <a:xfrm xmlns:a="http://schemas.openxmlformats.org/drawingml/2006/main">
            <a:off x="5657850" y="550545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33" name="">
            <a:extLst xmlns:a="http://schemas.openxmlformats.org/drawingml/2006/main">
              <a:ext uri="{FF2B5EF4-FFF2-40B4-BE49-F238E27FC236}">
                <a16:creationId xmlns:a16="http://schemas.microsoft.com/office/drawing/2014/main" id="{605FA23D-FD3F-4BA9-9F68-02FB71BA2950}"/>
              </a:ext>
            </a:extLst>
          </p:cNvPr>
          <p:cNvSpPr>
            <a:spLocks xmlns:a="http://schemas.openxmlformats.org/drawingml/2006/main" noGrp="1"/>
          </p:cNvSpPr>
          <p:nvPr/>
        </p:nvSpPr>
        <p:spPr>
          <a:xfrm xmlns:a="http://schemas.openxmlformats.org/drawingml/2006/main">
            <a:off x="5905500" y="5486400"/>
            <a:ext cx="1790700" cy="266700"/>
          </a:xfrm>
          <a:prstGeom xmlns:a="http://schemas.openxmlformats.org/drawingml/2006/main" prst="rect">
            <a:avLst/>
          </a:prstGeom>
          <a:solidFill xmlns:a="http://schemas.openxmlformats.org/drawingml/2006/main">
            <a:srgbClr val="FEE2E2"/>
          </a:solidFill>
          <a:ln xmlns:a="http://schemas.openxmlformats.org/drawingml/2006/main" w="9525">
            <a:solidFill>
              <a:srgbClr val="B91C1C"/>
            </a:solidFill>
            <a:prstDash val="solid"/>
          </a:ln>
        </p:spPr>
      </p:sp>
      <p:sp>
        <p:nvSpPr>
          <p:cNvPr id="34" name="">
            <a:extLst xmlns:a="http://schemas.openxmlformats.org/drawingml/2006/main">
              <a:ext uri="{FF2B5EF4-FFF2-40B4-BE49-F238E27FC236}">
                <a16:creationId xmlns:a16="http://schemas.microsoft.com/office/drawing/2014/main" id="{82C6E22E-2879-425B-98ED-ED36A64E35FB}"/>
              </a:ext>
            </a:extLst>
          </p:cNvPr>
          <p:cNvSpPr>
            <a:spLocks xmlns:a="http://schemas.openxmlformats.org/drawingml/2006/main" noGrp="1"/>
          </p:cNvSpPr>
          <p:nvPr/>
        </p:nvSpPr>
        <p:spPr>
          <a:xfrm xmlns:a="http://schemas.openxmlformats.org/drawingml/2006/main">
            <a:off x="5981700" y="5524500"/>
            <a:ext cx="16383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B91C1C"/>
                </a:solidFill>
                <a:latin typeface="Hiragino Sans"/>
                <a:ea typeface="Hiragino Sans"/>
                <a:cs typeface="Hiragino Sans"/>
              </a:defRPr>
            </a:pPr>
            <a:r>
              <a:rPr sz="765" b="1">
                <a:solidFill>
                  <a:srgbClr val="B91C1C"/>
                </a:solidFill>
                <a:latin typeface="Hiragino Sans"/>
                <a:ea typeface="Hiragino Sans"/>
                <a:cs typeface="Hiragino Sans"/>
              </a:rPr>
              <a:t>実測前に順位をつけない</a:t>
            </a:r>
          </a:p>
        </p:txBody>
      </p:sp>
      <p:sp>
        <p:nvSpPr>
          <p:cNvPr id="35" name="">
            <a:extLst xmlns:a="http://schemas.openxmlformats.org/drawingml/2006/main">
              <a:ext uri="{FF2B5EF4-FFF2-40B4-BE49-F238E27FC236}">
                <a16:creationId xmlns:a16="http://schemas.microsoft.com/office/drawing/2014/main" id="{71331CA4-DB75-45E8-B8A8-EE8153763B2C}"/>
              </a:ext>
            </a:extLst>
          </p:cNvPr>
          <p:cNvSpPr>
            <a:spLocks xmlns:a="http://schemas.openxmlformats.org/drawingml/2006/main" noGrp="1"/>
          </p:cNvSpPr>
          <p:nvPr/>
        </p:nvSpPr>
        <p:spPr>
          <a:xfrm xmlns:a="http://schemas.openxmlformats.org/drawingml/2006/main">
            <a:off x="7829550" y="5619750"/>
            <a:ext cx="66675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BE94F6CD-0035-415C-BBA8-363436140016}"/>
              </a:ext>
            </a:extLst>
          </p:cNvPr>
          <p:cNvSpPr>
            <a:spLocks xmlns:a="http://schemas.openxmlformats.org/drawingml/2006/main" noGrp="1"/>
          </p:cNvSpPr>
          <p:nvPr/>
        </p:nvSpPr>
        <p:spPr>
          <a:xfrm xmlns:a="http://schemas.openxmlformats.org/drawingml/2006/main">
            <a:off x="8496300" y="550545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37" name="">
            <a:extLst xmlns:a="http://schemas.openxmlformats.org/drawingml/2006/main">
              <a:ext uri="{FF2B5EF4-FFF2-40B4-BE49-F238E27FC236}">
                <a16:creationId xmlns:a16="http://schemas.microsoft.com/office/drawing/2014/main" id="{2C333744-2EBA-4902-AFD3-090783C7432C}"/>
              </a:ext>
            </a:extLst>
          </p:cNvPr>
          <p:cNvSpPr>
            <a:spLocks xmlns:a="http://schemas.openxmlformats.org/drawingml/2006/main" noGrp="1"/>
          </p:cNvSpPr>
          <p:nvPr/>
        </p:nvSpPr>
        <p:spPr>
          <a:xfrm xmlns:a="http://schemas.openxmlformats.org/drawingml/2006/main">
            <a:off x="8743950" y="5486400"/>
            <a:ext cx="1695450" cy="266700"/>
          </a:xfrm>
          <a:prstGeom xmlns:a="http://schemas.openxmlformats.org/drawingml/2006/main" prst="rect">
            <a:avLst/>
          </a:prstGeom>
          <a:solidFill xmlns:a="http://schemas.openxmlformats.org/drawingml/2006/main">
            <a:srgbClr val="FEF3C7"/>
          </a:solidFill>
          <a:ln xmlns:a="http://schemas.openxmlformats.org/drawingml/2006/main" w="9525">
            <a:solidFill>
              <a:srgbClr val="B45309"/>
            </a:solidFill>
            <a:prstDash val="solid"/>
          </a:ln>
        </p:spPr>
      </p:sp>
      <p:sp>
        <p:nvSpPr>
          <p:cNvPr id="38" name="">
            <a:extLst xmlns:a="http://schemas.openxmlformats.org/drawingml/2006/main">
              <a:ext uri="{FF2B5EF4-FFF2-40B4-BE49-F238E27FC236}">
                <a16:creationId xmlns:a16="http://schemas.microsoft.com/office/drawing/2014/main" id="{4D71BDAF-F083-4C2A-834B-2A3B369C88AD}"/>
              </a:ext>
            </a:extLst>
          </p:cNvPr>
          <p:cNvSpPr>
            <a:spLocks xmlns:a="http://schemas.openxmlformats.org/drawingml/2006/main" noGrp="1"/>
          </p:cNvSpPr>
          <p:nvPr/>
        </p:nvSpPr>
        <p:spPr>
          <a:xfrm xmlns:a="http://schemas.openxmlformats.org/drawingml/2006/main">
            <a:off x="8820150" y="5524500"/>
            <a:ext cx="15430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B45309"/>
                </a:solidFill>
                <a:latin typeface="Hiragino Sans"/>
                <a:ea typeface="Hiragino Sans"/>
                <a:cs typeface="Hiragino Sans"/>
              </a:defRPr>
            </a:pPr>
            <a:r>
              <a:rPr sz="765" b="1">
                <a:solidFill>
                  <a:srgbClr val="B45309"/>
                </a:solidFill>
                <a:latin typeface="Hiragino Sans"/>
                <a:ea typeface="Hiragino Sans"/>
                <a:cs typeface="Hiragino Sans"/>
              </a:rPr>
              <a:t>装置制約で再評価する</a:t>
            </a:r>
          </a:p>
        </p:txBody>
      </p:sp>
      <p:sp>
        <p:nvSpPr>
          <p:cNvPr id="39" name="">
            <a:extLst xmlns:a="http://schemas.openxmlformats.org/drawingml/2006/main">
              <a:ext uri="{FF2B5EF4-FFF2-40B4-BE49-F238E27FC236}">
                <a16:creationId xmlns:a16="http://schemas.microsoft.com/office/drawing/2014/main" id="{42E7DEAA-F23D-43C0-A391-C32F11FB32C8}"/>
              </a:ext>
            </a:extLst>
          </p:cNvPr>
          <p:cNvSpPr>
            <a:spLocks xmlns:a="http://schemas.openxmlformats.org/drawingml/2006/main" noGrp="1"/>
          </p:cNvSpPr>
          <p:nvPr/>
        </p:nvSpPr>
        <p:spPr>
          <a:xfrm xmlns:a="http://schemas.openxmlformats.org/drawingml/2006/main">
            <a:off x="552450" y="6286500"/>
            <a:ext cx="11087100" cy="9525"/>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F542AE55-0323-408D-BACA-019667C31DD9}"/>
              </a:ext>
            </a:extLst>
          </p:cNvPr>
          <p:cNvSpPr>
            <a:spLocks xmlns:a="http://schemas.openxmlformats.org/drawingml/2006/main" noGrp="1"/>
          </p:cNvSpPr>
          <p:nvPr/>
        </p:nvSpPr>
        <p:spPr>
          <a:xfrm xmlns:a="http://schemas.openxmlformats.org/drawingml/2006/main">
            <a:off x="552450" y="6419850"/>
            <a:ext cx="8858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64748B"/>
                </a:solidFill>
                <a:latin typeface="Hiragino Sans"/>
                <a:ea typeface="Hiragino Sans"/>
                <a:cs typeface="Hiragino Sans"/>
              </a:defRPr>
            </a:pPr>
            <a:r>
              <a:rPr sz="675" b="0">
                <a:solidFill>
                  <a:srgbClr val="64748B"/>
                </a:solidFill>
                <a:latin typeface="Hiragino Sans"/>
                <a:ea typeface="Hiragino Sans"/>
                <a:cs typeface="Hiragino Sans"/>
              </a:rPr>
              <a:t>Source: paper/sections/06_autoencoder_candidates.tex, docs/06_memory_aware_ae_candidates.md</a:t>
            </a:r>
          </a:p>
        </p:txBody>
      </p:sp>
      <p:sp>
        <p:nvSpPr>
          <p:cNvPr id="41" name="">
            <a:extLst xmlns:a="http://schemas.openxmlformats.org/drawingml/2006/main">
              <a:ext uri="{FF2B5EF4-FFF2-40B4-BE49-F238E27FC236}">
                <a16:creationId xmlns:a16="http://schemas.microsoft.com/office/drawing/2014/main" id="{08F1BA50-9C77-44EA-AE14-259D164F3986}"/>
              </a:ext>
            </a:extLst>
          </p:cNvPr>
          <p:cNvSpPr>
            <a:spLocks xmlns:a="http://schemas.openxmlformats.org/drawingml/2006/main" noGrp="1"/>
          </p:cNvSpPr>
          <p:nvPr/>
        </p:nvSpPr>
        <p:spPr>
          <a:xfrm xmlns:a="http://schemas.openxmlformats.org/drawingml/2006/main">
            <a:off x="11125200" y="6391275"/>
            <a:ext cx="514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64748B"/>
                </a:solidFill>
                <a:latin typeface="Menlo"/>
                <a:ea typeface="Menlo"/>
                <a:cs typeface="Menlo"/>
              </a:defRPr>
            </a:pPr>
            <a:r>
              <a:rPr sz="1125" b="1">
                <a:solidFill>
                  <a:srgbClr val="64748B"/>
                </a:solidFill>
                <a:latin typeface="Menlo"/>
                <a:ea typeface="Menlo"/>
                <a:cs typeface="Menlo"/>
              </a:rPr>
              <a:t>03</a:t>
            </a:r>
          </a:p>
        </p:txBody>
      </p:sp>
    </p:spTree>
    <p:extLst>
      <p:ext uri="{BB962C8B-B14F-4D97-AF65-F5344CB8AC3E}">
        <p14:creationId xmlns:p14="http://schemas.microsoft.com/office/powerpoint/2010/main" val="160511782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8136ADF-69F4-4606-9EF2-F61C38E9A2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8FAFC"/>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3689BC66-BC67-4FB1-B4FA-B2ED4950B71B}"/>
              </a:ext>
            </a:extLst>
          </p:cNvPr>
          <p:cNvSpPr>
            <a:spLocks xmlns:a="http://schemas.openxmlformats.org/drawingml/2006/main" noGrp="1"/>
          </p:cNvSpPr>
          <p:nvPr/>
        </p:nvSpPr>
        <p:spPr>
          <a:xfrm xmlns:a="http://schemas.openxmlformats.org/drawingml/2006/main">
            <a:off x="0" y="0"/>
            <a:ext cx="12192000" cy="2095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5124DB2-74B4-4807-8938-7109FC36FCEF}"/>
              </a:ext>
            </a:extLst>
          </p:cNvPr>
          <p:cNvSpPr>
            <a:spLocks xmlns:a="http://schemas.openxmlformats.org/drawingml/2006/main" noGrp="1"/>
          </p:cNvSpPr>
          <p:nvPr/>
        </p:nvSpPr>
        <p:spPr>
          <a:xfrm xmlns:a="http://schemas.openxmlformats.org/drawingml/2006/main">
            <a:off x="552450" y="495300"/>
            <a:ext cx="76200" cy="76200"/>
          </a:xfrm>
          <a:prstGeom xmlns:a="http://schemas.openxmlformats.org/drawingml/2006/main" prst="rect">
            <a:avLst/>
          </a:prstGeom>
          <a:solidFill xmlns:a="http://schemas.openxmlformats.org/drawingml/2006/main">
            <a:srgbClr val="B45309"/>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7B1566D-0B73-475B-8CDB-9857282194CC}"/>
              </a:ext>
            </a:extLst>
          </p:cNvPr>
          <p:cNvSpPr>
            <a:spLocks xmlns:a="http://schemas.openxmlformats.org/drawingml/2006/main" noGrp="1"/>
          </p:cNvSpPr>
          <p:nvPr/>
        </p:nvSpPr>
        <p:spPr>
          <a:xfrm xmlns:a="http://schemas.openxmlformats.org/drawingml/2006/main">
            <a:off x="742950" y="41910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825" b="1">
                <a:solidFill>
                  <a:srgbClr val="64748B"/>
                </a:solidFill>
                <a:latin typeface="Hiragino Sans"/>
                <a:ea typeface="Hiragino Sans"/>
                <a:cs typeface="Hiragino Sans"/>
              </a:defRPr>
            </a:pPr>
            <a:r>
              <a:rPr sz="825" b="1">
                <a:solidFill>
                  <a:srgbClr val="64748B"/>
                </a:solidFill>
                <a:latin typeface="Hiragino Sans"/>
                <a:ea typeface="Hiragino Sans"/>
                <a:cs typeface="Hiragino Sans"/>
              </a:rPr>
              <a:t>EVIDENCE PLAN | 失敗条件から測る</a:t>
            </a:r>
          </a:p>
        </p:txBody>
      </p:sp>
      <p:sp>
        <p:nvSpPr>
          <p:cNvPr id="5" name="">
            <a:extLst xmlns:a="http://schemas.openxmlformats.org/drawingml/2006/main">
              <a:ext uri="{FF2B5EF4-FFF2-40B4-BE49-F238E27FC236}">
                <a16:creationId xmlns:a16="http://schemas.microsoft.com/office/drawing/2014/main" id="{135A19E8-A56B-4C6B-A7B5-99025ED58EB4}"/>
              </a:ext>
            </a:extLst>
          </p:cNvPr>
          <p:cNvSpPr>
            <a:spLocks xmlns:a="http://schemas.openxmlformats.org/drawingml/2006/main" noGrp="1"/>
          </p:cNvSpPr>
          <p:nvPr/>
        </p:nvSpPr>
        <p:spPr>
          <a:xfrm xmlns:a="http://schemas.openxmlformats.org/drawingml/2006/main">
            <a:off x="552450" y="800100"/>
            <a:ext cx="10287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75" b="1">
                <a:solidFill>
                  <a:srgbClr val="0F172A"/>
                </a:solidFill>
                <a:latin typeface="Hiragino Mincho ProN"/>
                <a:ea typeface="Hiragino Mincho ProN"/>
                <a:cs typeface="Hiragino Mincho ProN"/>
              </a:defRPr>
            </a:pPr>
            <a:r>
              <a:rPr sz="2475" b="1">
                <a:solidFill>
                  <a:srgbClr val="0F172A"/>
                </a:solidFill>
                <a:latin typeface="Hiragino Mincho ProN"/>
                <a:ea typeface="Hiragino Mincho ProN"/>
                <a:cs typeface="Hiragino Mincho ProN"/>
              </a:rPr>
              <a:t>最初の評価は、AEを採用しない理由を探すことから始める</a:t>
            </a:r>
          </a:p>
        </p:txBody>
      </p:sp>
      <p:sp>
        <p:nvSpPr>
          <p:cNvPr id="6" name="">
            <a:extLst xmlns:a="http://schemas.openxmlformats.org/drawingml/2006/main">
              <a:ext uri="{FF2B5EF4-FFF2-40B4-BE49-F238E27FC236}">
                <a16:creationId xmlns:a16="http://schemas.microsoft.com/office/drawing/2014/main" id="{FA0E9FEC-E0B7-4733-9C57-896E42650D51}"/>
              </a:ext>
            </a:extLst>
          </p:cNvPr>
          <p:cNvSpPr>
            <a:spLocks xmlns:a="http://schemas.openxmlformats.org/drawingml/2006/main" noGrp="1"/>
          </p:cNvSpPr>
          <p:nvPr/>
        </p:nvSpPr>
        <p:spPr>
          <a:xfrm xmlns:a="http://schemas.openxmlformats.org/drawingml/2006/main">
            <a:off x="552450" y="1714500"/>
            <a:ext cx="9906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単純規則で十分なら、それが最良の結論です。AE候補は、単純比較・外して試す項目・装置制約を通った時だけ次へ進みます。</a:t>
            </a:r>
          </a:p>
        </p:txBody>
      </p:sp>
      <p:sp>
        <p:nvSpPr>
          <p:cNvPr id="7" name="">
            <a:extLst xmlns:a="http://schemas.openxmlformats.org/drawingml/2006/main">
              <a:ext uri="{FF2B5EF4-FFF2-40B4-BE49-F238E27FC236}">
                <a16:creationId xmlns:a16="http://schemas.microsoft.com/office/drawing/2014/main" id="{0DC12564-50CF-4660-AAFD-46FE194F9B7B}"/>
              </a:ext>
            </a:extLst>
          </p:cNvPr>
          <p:cNvSpPr>
            <a:spLocks xmlns:a="http://schemas.openxmlformats.org/drawingml/2006/main" noGrp="1"/>
          </p:cNvSpPr>
          <p:nvPr/>
        </p:nvSpPr>
        <p:spPr>
          <a:xfrm xmlns:a="http://schemas.openxmlformats.org/drawingml/2006/main">
            <a:off x="781050" y="2533650"/>
            <a:ext cx="2247900" cy="1257300"/>
          </a:xfrm>
          <a:prstGeom xmlns:a="http://schemas.openxmlformats.org/drawingml/2006/main" prst="rect">
            <a:avLst/>
          </a:prstGeom>
          <a:solidFill xmlns:a="http://schemas.openxmlformats.org/drawingml/2006/main">
            <a:srgbClr val="CFFAFE"/>
          </a:solidFill>
          <a:ln xmlns:a="http://schemas.openxmlformats.org/drawingml/2006/main" w="9525">
            <a:solidFill>
              <a:srgbClr val="0E7490"/>
            </a:solidFill>
            <a:prstDash val="solid"/>
          </a:ln>
        </p:spPr>
      </p:sp>
      <p:sp>
        <p:nvSpPr>
          <p:cNvPr id="8" name="">
            <a:extLst xmlns:a="http://schemas.openxmlformats.org/drawingml/2006/main">
              <a:ext uri="{FF2B5EF4-FFF2-40B4-BE49-F238E27FC236}">
                <a16:creationId xmlns:a16="http://schemas.microsoft.com/office/drawing/2014/main" id="{E3651956-11AD-494C-ADC1-F1C1F17799D6}"/>
              </a:ext>
            </a:extLst>
          </p:cNvPr>
          <p:cNvSpPr>
            <a:spLocks xmlns:a="http://schemas.openxmlformats.org/drawingml/2006/main" noGrp="1"/>
          </p:cNvSpPr>
          <p:nvPr/>
        </p:nvSpPr>
        <p:spPr>
          <a:xfrm xmlns:a="http://schemas.openxmlformats.org/drawingml/2006/main">
            <a:off x="952500" y="2676525"/>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90" b="1">
                <a:solidFill>
                  <a:srgbClr val="0E7490"/>
                </a:solidFill>
                <a:latin typeface="Hiragino Sans"/>
                <a:ea typeface="Hiragino Sans"/>
                <a:cs typeface="Hiragino Sans"/>
              </a:defRPr>
            </a:pPr>
            <a:r>
              <a:rPr sz="990" b="1">
                <a:solidFill>
                  <a:srgbClr val="0E7490"/>
                </a:solidFill>
                <a:latin typeface="Hiragino Sans"/>
                <a:ea typeface="Hiragino Sans"/>
                <a:cs typeface="Hiragino Sans"/>
              </a:rPr>
              <a:t>Gate 0  データ監査</a:t>
            </a:r>
          </a:p>
        </p:txBody>
      </p:sp>
      <p:sp>
        <p:nvSpPr>
          <p:cNvPr id="9" name="">
            <a:extLst xmlns:a="http://schemas.openxmlformats.org/drawingml/2006/main">
              <a:ext uri="{FF2B5EF4-FFF2-40B4-BE49-F238E27FC236}">
                <a16:creationId xmlns:a16="http://schemas.microsoft.com/office/drawing/2014/main" id="{B10F659A-4E7E-416E-9AF4-065932858C00}"/>
              </a:ext>
            </a:extLst>
          </p:cNvPr>
          <p:cNvSpPr>
            <a:spLocks xmlns:a="http://schemas.openxmlformats.org/drawingml/2006/main" noGrp="1"/>
          </p:cNvSpPr>
          <p:nvPr/>
        </p:nvSpPr>
        <p:spPr>
          <a:xfrm xmlns:a="http://schemas.openxmlformats.org/drawingml/2006/main">
            <a:off x="952500" y="3009900"/>
            <a:ext cx="19050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64748B"/>
                </a:solidFill>
                <a:latin typeface="Hiragino Sans"/>
                <a:ea typeface="Hiragino Sans"/>
                <a:cs typeface="Hiragino Sans"/>
              </a:defRPr>
            </a:pPr>
            <a:r>
              <a:rPr sz="885" b="0">
                <a:solidFill>
                  <a:srgbClr val="64748B"/>
                </a:solidFill>
                <a:latin typeface="Hiragino Sans"/>
                <a:ea typeface="Hiragino Sans"/>
                <a:cs typeface="Hiragino Sans"/>
              </a:rPr>
              <a:t>候補データの出典、列、攻撃/正常の印、学習と評価を分ける単位を確認する。</a:t>
            </a:r>
          </a:p>
        </p:txBody>
      </p:sp>
      <p:sp>
        <p:nvSpPr>
          <p:cNvPr id="10" name="">
            <a:extLst xmlns:a="http://schemas.openxmlformats.org/drawingml/2006/main">
              <a:ext uri="{FF2B5EF4-FFF2-40B4-BE49-F238E27FC236}">
                <a16:creationId xmlns:a16="http://schemas.microsoft.com/office/drawing/2014/main" id="{A8EA4EAA-2BC9-4275-B955-42C7A116431E}"/>
              </a:ext>
            </a:extLst>
          </p:cNvPr>
          <p:cNvSpPr>
            <a:spLocks xmlns:a="http://schemas.openxmlformats.org/drawingml/2006/main" noGrp="1"/>
          </p:cNvSpPr>
          <p:nvPr/>
        </p:nvSpPr>
        <p:spPr>
          <a:xfrm xmlns:a="http://schemas.openxmlformats.org/drawingml/2006/main">
            <a:off x="3143250" y="3124200"/>
            <a:ext cx="1524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D5DDF5B9-44E3-4592-931C-0DE836A7CD4A}"/>
              </a:ext>
            </a:extLst>
          </p:cNvPr>
          <p:cNvSpPr>
            <a:spLocks xmlns:a="http://schemas.openxmlformats.org/drawingml/2006/main" noGrp="1"/>
          </p:cNvSpPr>
          <p:nvPr/>
        </p:nvSpPr>
        <p:spPr>
          <a:xfrm xmlns:a="http://schemas.openxmlformats.org/drawingml/2006/main">
            <a:off x="3295650" y="300990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12" name="">
            <a:extLst xmlns:a="http://schemas.openxmlformats.org/drawingml/2006/main">
              <a:ext uri="{FF2B5EF4-FFF2-40B4-BE49-F238E27FC236}">
                <a16:creationId xmlns:a16="http://schemas.microsoft.com/office/drawing/2014/main" id="{17364BF0-51E8-4582-8208-5B13E20CB2BD}"/>
              </a:ext>
            </a:extLst>
          </p:cNvPr>
          <p:cNvSpPr>
            <a:spLocks xmlns:a="http://schemas.openxmlformats.org/drawingml/2006/main" noGrp="1"/>
          </p:cNvSpPr>
          <p:nvPr/>
        </p:nvSpPr>
        <p:spPr>
          <a:xfrm xmlns:a="http://schemas.openxmlformats.org/drawingml/2006/main">
            <a:off x="3505200" y="2533650"/>
            <a:ext cx="2247900" cy="1257300"/>
          </a:xfrm>
          <a:prstGeom xmlns:a="http://schemas.openxmlformats.org/drawingml/2006/main" prst="rect">
            <a:avLst/>
          </a:prstGeom>
          <a:solidFill xmlns:a="http://schemas.openxmlformats.org/drawingml/2006/main">
            <a:srgbClr val="DBEAFE"/>
          </a:solidFill>
          <a:ln xmlns:a="http://schemas.openxmlformats.org/drawingml/2006/main" w="9525">
            <a:solidFill>
              <a:srgbClr val="2563EB"/>
            </a:solidFill>
            <a:prstDash val="solid"/>
          </a:ln>
        </p:spPr>
      </p:sp>
      <p:sp>
        <p:nvSpPr>
          <p:cNvPr id="13" name="">
            <a:extLst xmlns:a="http://schemas.openxmlformats.org/drawingml/2006/main">
              <a:ext uri="{FF2B5EF4-FFF2-40B4-BE49-F238E27FC236}">
                <a16:creationId xmlns:a16="http://schemas.microsoft.com/office/drawing/2014/main" id="{F2DBA2CD-96E4-4712-9EE5-F65D99C40962}"/>
              </a:ext>
            </a:extLst>
          </p:cNvPr>
          <p:cNvSpPr>
            <a:spLocks xmlns:a="http://schemas.openxmlformats.org/drawingml/2006/main" noGrp="1"/>
          </p:cNvSpPr>
          <p:nvPr/>
        </p:nvSpPr>
        <p:spPr>
          <a:xfrm xmlns:a="http://schemas.openxmlformats.org/drawingml/2006/main">
            <a:off x="3676650" y="2676525"/>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90" b="1">
                <a:solidFill>
                  <a:srgbClr val="2563EB"/>
                </a:solidFill>
                <a:latin typeface="Hiragino Sans"/>
                <a:ea typeface="Hiragino Sans"/>
                <a:cs typeface="Hiragino Sans"/>
              </a:defRPr>
            </a:pPr>
            <a:r>
              <a:rPr sz="990" b="1">
                <a:solidFill>
                  <a:srgbClr val="2563EB"/>
                </a:solidFill>
                <a:latin typeface="Hiragino Sans"/>
                <a:ea typeface="Hiragino Sans"/>
                <a:cs typeface="Hiragino Sans"/>
              </a:rPr>
              <a:t>Gate 1  単純規則</a:t>
            </a:r>
          </a:p>
        </p:txBody>
      </p:sp>
      <p:sp>
        <p:nvSpPr>
          <p:cNvPr id="14" name="">
            <a:extLst xmlns:a="http://schemas.openxmlformats.org/drawingml/2006/main">
              <a:ext uri="{FF2B5EF4-FFF2-40B4-BE49-F238E27FC236}">
                <a16:creationId xmlns:a16="http://schemas.microsoft.com/office/drawing/2014/main" id="{1F2C9588-4C69-442B-948B-EC61A256A9BC}"/>
              </a:ext>
            </a:extLst>
          </p:cNvPr>
          <p:cNvSpPr>
            <a:spLocks xmlns:a="http://schemas.openxmlformats.org/drawingml/2006/main" noGrp="1"/>
          </p:cNvSpPr>
          <p:nvPr/>
        </p:nvSpPr>
        <p:spPr>
          <a:xfrm xmlns:a="http://schemas.openxmlformats.org/drawingml/2006/main">
            <a:off x="3676650" y="3009900"/>
            <a:ext cx="19050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64748B"/>
                </a:solidFill>
                <a:latin typeface="Hiragino Sans"/>
                <a:ea typeface="Hiragino Sans"/>
                <a:cs typeface="Hiragino Sans"/>
              </a:defRPr>
            </a:pPr>
            <a:r>
              <a:rPr sz="885" b="0">
                <a:solidFill>
                  <a:srgbClr val="64748B"/>
                </a:solidFill>
                <a:latin typeface="Hiragino Sans"/>
                <a:ea typeface="Hiragino Sans"/>
                <a:cs typeface="Hiragino Sans"/>
              </a:rPr>
              <a:t>書き込み量・位置変化だけで説明できるかを見る。</a:t>
            </a:r>
          </a:p>
        </p:txBody>
      </p:sp>
      <p:sp>
        <p:nvSpPr>
          <p:cNvPr id="15" name="">
            <a:extLst xmlns:a="http://schemas.openxmlformats.org/drawingml/2006/main">
              <a:ext uri="{FF2B5EF4-FFF2-40B4-BE49-F238E27FC236}">
                <a16:creationId xmlns:a16="http://schemas.microsoft.com/office/drawing/2014/main" id="{FC940C91-2925-4708-8313-1E17E163F298}"/>
              </a:ext>
            </a:extLst>
          </p:cNvPr>
          <p:cNvSpPr>
            <a:spLocks xmlns:a="http://schemas.openxmlformats.org/drawingml/2006/main" noGrp="1"/>
          </p:cNvSpPr>
          <p:nvPr/>
        </p:nvSpPr>
        <p:spPr>
          <a:xfrm xmlns:a="http://schemas.openxmlformats.org/drawingml/2006/main">
            <a:off x="5867400" y="3124200"/>
            <a:ext cx="1524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7184A2A9-6C96-45FE-9313-BD413067CCCD}"/>
              </a:ext>
            </a:extLst>
          </p:cNvPr>
          <p:cNvSpPr>
            <a:spLocks xmlns:a="http://schemas.openxmlformats.org/drawingml/2006/main" noGrp="1"/>
          </p:cNvSpPr>
          <p:nvPr/>
        </p:nvSpPr>
        <p:spPr>
          <a:xfrm xmlns:a="http://schemas.openxmlformats.org/drawingml/2006/main">
            <a:off x="6019800" y="300990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17" name="">
            <a:extLst xmlns:a="http://schemas.openxmlformats.org/drawingml/2006/main">
              <a:ext uri="{FF2B5EF4-FFF2-40B4-BE49-F238E27FC236}">
                <a16:creationId xmlns:a16="http://schemas.microsoft.com/office/drawing/2014/main" id="{93BC6F8F-0851-46AE-9090-1A792092C210}"/>
              </a:ext>
            </a:extLst>
          </p:cNvPr>
          <p:cNvSpPr>
            <a:spLocks xmlns:a="http://schemas.openxmlformats.org/drawingml/2006/main" noGrp="1"/>
          </p:cNvSpPr>
          <p:nvPr/>
        </p:nvSpPr>
        <p:spPr>
          <a:xfrm xmlns:a="http://schemas.openxmlformats.org/drawingml/2006/main">
            <a:off x="6229350" y="2533650"/>
            <a:ext cx="2247900" cy="1257300"/>
          </a:xfrm>
          <a:prstGeom xmlns:a="http://schemas.openxmlformats.org/drawingml/2006/main" prst="rect">
            <a:avLst/>
          </a:prstGeom>
          <a:solidFill xmlns:a="http://schemas.openxmlformats.org/drawingml/2006/main">
            <a:srgbClr val="EDE9FE"/>
          </a:solidFill>
          <a:ln xmlns:a="http://schemas.openxmlformats.org/drawingml/2006/main" w="9525">
            <a:solidFill>
              <a:srgbClr val="6D28D9"/>
            </a:solidFill>
            <a:prstDash val="solid"/>
          </a:ln>
        </p:spPr>
      </p:sp>
      <p:sp>
        <p:nvSpPr>
          <p:cNvPr id="18" name="">
            <a:extLst xmlns:a="http://schemas.openxmlformats.org/drawingml/2006/main">
              <a:ext uri="{FF2B5EF4-FFF2-40B4-BE49-F238E27FC236}">
                <a16:creationId xmlns:a16="http://schemas.microsoft.com/office/drawing/2014/main" id="{C17788BB-BFD9-497C-AAF8-5727E64A3CB5}"/>
              </a:ext>
            </a:extLst>
          </p:cNvPr>
          <p:cNvSpPr>
            <a:spLocks xmlns:a="http://schemas.openxmlformats.org/drawingml/2006/main" noGrp="1"/>
          </p:cNvSpPr>
          <p:nvPr/>
        </p:nvSpPr>
        <p:spPr>
          <a:xfrm xmlns:a="http://schemas.openxmlformats.org/drawingml/2006/main">
            <a:off x="6400800" y="2676525"/>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90" b="1">
                <a:solidFill>
                  <a:srgbClr val="6D28D9"/>
                </a:solidFill>
                <a:latin typeface="Hiragino Sans"/>
                <a:ea typeface="Hiragino Sans"/>
                <a:cs typeface="Hiragino Sans"/>
              </a:defRPr>
            </a:pPr>
            <a:r>
              <a:rPr sz="990" b="1">
                <a:solidFill>
                  <a:srgbClr val="6D28D9"/>
                </a:solidFill>
                <a:latin typeface="Hiragino Sans"/>
                <a:ea typeface="Hiragino Sans"/>
                <a:cs typeface="Hiragino Sans"/>
              </a:rPr>
              <a:t>Gate 2  AE比較</a:t>
            </a:r>
          </a:p>
        </p:txBody>
      </p:sp>
      <p:sp>
        <p:nvSpPr>
          <p:cNvPr id="19" name="">
            <a:extLst xmlns:a="http://schemas.openxmlformats.org/drawingml/2006/main">
              <a:ext uri="{FF2B5EF4-FFF2-40B4-BE49-F238E27FC236}">
                <a16:creationId xmlns:a16="http://schemas.microsoft.com/office/drawing/2014/main" id="{17990A57-E9FB-4D8C-8783-951E18EF88D0}"/>
              </a:ext>
            </a:extLst>
          </p:cNvPr>
          <p:cNvSpPr>
            <a:spLocks xmlns:a="http://schemas.openxmlformats.org/drawingml/2006/main" noGrp="1"/>
          </p:cNvSpPr>
          <p:nvPr/>
        </p:nvSpPr>
        <p:spPr>
          <a:xfrm xmlns:a="http://schemas.openxmlformats.org/drawingml/2006/main">
            <a:off x="6400800" y="3009900"/>
            <a:ext cx="19050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64748B"/>
                </a:solidFill>
                <a:latin typeface="Hiragino Sans"/>
                <a:ea typeface="Hiragino Sans"/>
                <a:cs typeface="Hiragino Sans"/>
              </a:defRPr>
            </a:pPr>
            <a:r>
              <a:rPr sz="885" b="0">
                <a:solidFill>
                  <a:srgbClr val="64748B"/>
                </a:solidFill>
                <a:latin typeface="Hiragino Sans"/>
                <a:ea typeface="Hiragino Sans"/>
                <a:cs typeface="Hiragino Sans"/>
              </a:rPr>
              <a:t>AE-01..05のどこまで複雑さが必要かを見る。</a:t>
            </a:r>
          </a:p>
        </p:txBody>
      </p:sp>
      <p:sp>
        <p:nvSpPr>
          <p:cNvPr id="20" name="">
            <a:extLst xmlns:a="http://schemas.openxmlformats.org/drawingml/2006/main">
              <a:ext uri="{FF2B5EF4-FFF2-40B4-BE49-F238E27FC236}">
                <a16:creationId xmlns:a16="http://schemas.microsoft.com/office/drawing/2014/main" id="{57F663ED-15F3-42E3-B94A-A4F4C3DD9445}"/>
              </a:ext>
            </a:extLst>
          </p:cNvPr>
          <p:cNvSpPr>
            <a:spLocks xmlns:a="http://schemas.openxmlformats.org/drawingml/2006/main" noGrp="1"/>
          </p:cNvSpPr>
          <p:nvPr/>
        </p:nvSpPr>
        <p:spPr>
          <a:xfrm xmlns:a="http://schemas.openxmlformats.org/drawingml/2006/main">
            <a:off x="8591550" y="3124200"/>
            <a:ext cx="152400" cy="19050"/>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5750996-3528-4AD5-AEC2-16F937AE8C2C}"/>
              </a:ext>
            </a:extLst>
          </p:cNvPr>
          <p:cNvSpPr>
            <a:spLocks xmlns:a="http://schemas.openxmlformats.org/drawingml/2006/main" noGrp="1"/>
          </p:cNvSpPr>
          <p:nvPr/>
        </p:nvSpPr>
        <p:spPr>
          <a:xfrm xmlns:a="http://schemas.openxmlformats.org/drawingml/2006/main">
            <a:off x="8743950" y="3009900"/>
            <a:ext cx="171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350" b="1">
                <a:solidFill>
                  <a:srgbClr val="CBD5E1"/>
                </a:solidFill>
                <a:latin typeface="Menlo"/>
                <a:ea typeface="Menlo"/>
                <a:cs typeface="Menlo"/>
              </a:defRPr>
            </a:pPr>
            <a:r>
              <a:rPr sz="1350" b="1">
                <a:solidFill>
                  <a:srgbClr val="CBD5E1"/>
                </a:solidFill>
                <a:latin typeface="Menlo"/>
                <a:ea typeface="Menlo"/>
                <a:cs typeface="Menlo"/>
              </a:rPr>
              <a:t>&gt;</a:t>
            </a:r>
          </a:p>
        </p:txBody>
      </p:sp>
      <p:sp>
        <p:nvSpPr>
          <p:cNvPr id="22" name="">
            <a:extLst xmlns:a="http://schemas.openxmlformats.org/drawingml/2006/main">
              <a:ext uri="{FF2B5EF4-FFF2-40B4-BE49-F238E27FC236}">
                <a16:creationId xmlns:a16="http://schemas.microsoft.com/office/drawing/2014/main" id="{A0ABF2B6-6849-41A6-BB7E-455FECB7B961}"/>
              </a:ext>
            </a:extLst>
          </p:cNvPr>
          <p:cNvSpPr>
            <a:spLocks xmlns:a="http://schemas.openxmlformats.org/drawingml/2006/main" noGrp="1"/>
          </p:cNvSpPr>
          <p:nvPr/>
        </p:nvSpPr>
        <p:spPr>
          <a:xfrm xmlns:a="http://schemas.openxmlformats.org/drawingml/2006/main">
            <a:off x="8953500" y="2533650"/>
            <a:ext cx="2247900" cy="125730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23" name="">
            <a:extLst xmlns:a="http://schemas.openxmlformats.org/drawingml/2006/main">
              <a:ext uri="{FF2B5EF4-FFF2-40B4-BE49-F238E27FC236}">
                <a16:creationId xmlns:a16="http://schemas.microsoft.com/office/drawing/2014/main" id="{3A348EE2-DB50-4DF5-9FB6-64FEAFC54C97}"/>
              </a:ext>
            </a:extLst>
          </p:cNvPr>
          <p:cNvSpPr>
            <a:spLocks xmlns:a="http://schemas.openxmlformats.org/drawingml/2006/main" noGrp="1"/>
          </p:cNvSpPr>
          <p:nvPr/>
        </p:nvSpPr>
        <p:spPr>
          <a:xfrm xmlns:a="http://schemas.openxmlformats.org/drawingml/2006/main">
            <a:off x="9124950" y="2676525"/>
            <a:ext cx="1905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90" b="1">
                <a:solidFill>
                  <a:srgbClr val="15803D"/>
                </a:solidFill>
                <a:latin typeface="Hiragino Sans"/>
                <a:ea typeface="Hiragino Sans"/>
                <a:cs typeface="Hiragino Sans"/>
              </a:defRPr>
            </a:pPr>
            <a:r>
              <a:rPr sz="990" b="1">
                <a:solidFill>
                  <a:srgbClr val="15803D"/>
                </a:solidFill>
                <a:latin typeface="Hiragino Sans"/>
                <a:ea typeface="Hiragino Sans"/>
                <a:cs typeface="Hiragino Sans"/>
              </a:rPr>
              <a:t>Gate 3  装置制約</a:t>
            </a:r>
          </a:p>
        </p:txBody>
      </p:sp>
      <p:sp>
        <p:nvSpPr>
          <p:cNvPr id="24" name="">
            <a:extLst xmlns:a="http://schemas.openxmlformats.org/drawingml/2006/main">
              <a:ext uri="{FF2B5EF4-FFF2-40B4-BE49-F238E27FC236}">
                <a16:creationId xmlns:a16="http://schemas.microsoft.com/office/drawing/2014/main" id="{5C40D818-02E5-4ED6-B5A3-0F844CF2A14A}"/>
              </a:ext>
            </a:extLst>
          </p:cNvPr>
          <p:cNvSpPr>
            <a:spLocks xmlns:a="http://schemas.openxmlformats.org/drawingml/2006/main" noGrp="1"/>
          </p:cNvSpPr>
          <p:nvPr/>
        </p:nvSpPr>
        <p:spPr>
          <a:xfrm xmlns:a="http://schemas.openxmlformats.org/drawingml/2006/main">
            <a:off x="9124950" y="3009900"/>
            <a:ext cx="19050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64748B"/>
                </a:solidFill>
                <a:latin typeface="Hiragino Sans"/>
                <a:ea typeface="Hiragino Sans"/>
                <a:cs typeface="Hiragino Sans"/>
              </a:defRPr>
            </a:pPr>
            <a:r>
              <a:rPr sz="885" b="0">
                <a:solidFill>
                  <a:srgbClr val="64748B"/>
                </a:solidFill>
                <a:latin typeface="Hiragino Sans"/>
                <a:ea typeface="Hiragino Sans"/>
                <a:cs typeface="Hiragino Sans"/>
              </a:rPr>
              <a:t>点数の一致、保持データ、処理時間を測る。</a:t>
            </a:r>
          </a:p>
        </p:txBody>
      </p:sp>
      <p:sp>
        <p:nvSpPr>
          <p:cNvPr id="25" name="">
            <a:extLst xmlns:a="http://schemas.openxmlformats.org/drawingml/2006/main">
              <a:ext uri="{FF2B5EF4-FFF2-40B4-BE49-F238E27FC236}">
                <a16:creationId xmlns:a16="http://schemas.microsoft.com/office/drawing/2014/main" id="{E3B29D58-B387-41E8-8A05-CC230F5F594C}"/>
              </a:ext>
            </a:extLst>
          </p:cNvPr>
          <p:cNvSpPr>
            <a:spLocks xmlns:a="http://schemas.openxmlformats.org/drawingml/2006/main" noGrp="1"/>
          </p:cNvSpPr>
          <p:nvPr/>
        </p:nvSpPr>
        <p:spPr>
          <a:xfrm xmlns:a="http://schemas.openxmlformats.org/drawingml/2006/main">
            <a:off x="1066800" y="4362450"/>
            <a:ext cx="438150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6" name="">
            <a:extLst xmlns:a="http://schemas.openxmlformats.org/drawingml/2006/main">
              <a:ext uri="{FF2B5EF4-FFF2-40B4-BE49-F238E27FC236}">
                <a16:creationId xmlns:a16="http://schemas.microsoft.com/office/drawing/2014/main" id="{55BB0336-8FC9-4B8E-A6CE-9B94FAAB29C2}"/>
              </a:ext>
            </a:extLst>
          </p:cNvPr>
          <p:cNvSpPr>
            <a:spLocks xmlns:a="http://schemas.openxmlformats.org/drawingml/2006/main" noGrp="1"/>
          </p:cNvSpPr>
          <p:nvPr/>
        </p:nvSpPr>
        <p:spPr>
          <a:xfrm xmlns:a="http://schemas.openxmlformats.org/drawingml/2006/main">
            <a:off x="1333500" y="45720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0F172A"/>
                </a:solidFill>
                <a:latin typeface="Hiragino Sans"/>
                <a:ea typeface="Hiragino Sans"/>
                <a:cs typeface="Hiragino Sans"/>
              </a:defRPr>
            </a:pPr>
            <a:r>
              <a:rPr sz="1200" b="1">
                <a:solidFill>
                  <a:srgbClr val="0F172A"/>
                </a:solidFill>
                <a:latin typeface="Hiragino Sans"/>
                <a:ea typeface="Hiragino Sans"/>
                <a:cs typeface="Hiragino Sans"/>
              </a:rPr>
              <a:t>主要なものさし</a:t>
            </a:r>
          </a:p>
        </p:txBody>
      </p:sp>
      <p:sp>
        <p:nvSpPr>
          <p:cNvPr id="27" name="">
            <a:extLst xmlns:a="http://schemas.openxmlformats.org/drawingml/2006/main">
              <a:ext uri="{FF2B5EF4-FFF2-40B4-BE49-F238E27FC236}">
                <a16:creationId xmlns:a16="http://schemas.microsoft.com/office/drawing/2014/main" id="{C0408C6A-FC78-43C1-92D9-22A0313D00E7}"/>
              </a:ext>
            </a:extLst>
          </p:cNvPr>
          <p:cNvSpPr>
            <a:spLocks xmlns:a="http://schemas.openxmlformats.org/drawingml/2006/main" noGrp="1"/>
          </p:cNvSpPr>
          <p:nvPr/>
        </p:nvSpPr>
        <p:spPr>
          <a:xfrm xmlns:a="http://schemas.openxmlformats.org/drawingml/2006/main">
            <a:off x="1371600" y="49530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1">
                <a:solidFill>
                  <a:srgbClr val="2563EB"/>
                </a:solidFill>
                <a:latin typeface="Hiragino Sans"/>
                <a:ea typeface="Hiragino Sans"/>
                <a:cs typeface="Hiragino Sans"/>
              </a:defRPr>
            </a:pPr>
            <a:r>
              <a:rPr sz="915" b="1">
                <a:solidFill>
                  <a:srgbClr val="2563EB"/>
                </a:solidFill>
                <a:latin typeface="Hiragino Sans"/>
                <a:ea typeface="Hiragino Sans"/>
                <a:cs typeface="Hiragino Sans"/>
              </a:rPr>
              <a:t>誤警報の少なさ</a:t>
            </a:r>
          </a:p>
        </p:txBody>
      </p:sp>
      <p:sp>
        <p:nvSpPr>
          <p:cNvPr id="28" name="">
            <a:extLst xmlns:a="http://schemas.openxmlformats.org/drawingml/2006/main">
              <a:ext uri="{FF2B5EF4-FFF2-40B4-BE49-F238E27FC236}">
                <a16:creationId xmlns:a16="http://schemas.microsoft.com/office/drawing/2014/main" id="{D5DD5628-3354-4FF8-AD0E-B58301D65DBD}"/>
              </a:ext>
            </a:extLst>
          </p:cNvPr>
          <p:cNvSpPr>
            <a:spLocks xmlns:a="http://schemas.openxmlformats.org/drawingml/2006/main" noGrp="1"/>
          </p:cNvSpPr>
          <p:nvPr/>
        </p:nvSpPr>
        <p:spPr>
          <a:xfrm xmlns:a="http://schemas.openxmlformats.org/drawingml/2006/main">
            <a:off x="3371850" y="495300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1">
                <a:solidFill>
                  <a:srgbClr val="2563EB"/>
                </a:solidFill>
                <a:latin typeface="Hiragino Sans"/>
                <a:ea typeface="Hiragino Sans"/>
                <a:cs typeface="Hiragino Sans"/>
              </a:defRPr>
            </a:pPr>
            <a:r>
              <a:rPr sz="915" b="1">
                <a:solidFill>
                  <a:srgbClr val="2563EB"/>
                </a:solidFill>
                <a:latin typeface="Hiragino Sans"/>
                <a:ea typeface="Hiragino Sans"/>
                <a:cs typeface="Hiragino Sans"/>
              </a:rPr>
              <a:t>警告までの時間</a:t>
            </a:r>
          </a:p>
        </p:txBody>
      </p:sp>
      <p:sp>
        <p:nvSpPr>
          <p:cNvPr id="29" name="">
            <a:extLst xmlns:a="http://schemas.openxmlformats.org/drawingml/2006/main">
              <a:ext uri="{FF2B5EF4-FFF2-40B4-BE49-F238E27FC236}">
                <a16:creationId xmlns:a16="http://schemas.microsoft.com/office/drawing/2014/main" id="{9250845E-8BED-407C-A0F8-ED1C2F4B20FB}"/>
              </a:ext>
            </a:extLst>
          </p:cNvPr>
          <p:cNvSpPr>
            <a:spLocks xmlns:a="http://schemas.openxmlformats.org/drawingml/2006/main" noGrp="1"/>
          </p:cNvSpPr>
          <p:nvPr/>
        </p:nvSpPr>
        <p:spPr>
          <a:xfrm xmlns:a="http://schemas.openxmlformats.org/drawingml/2006/main">
            <a:off x="1371600" y="527685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0F172A"/>
                </a:solidFill>
                <a:latin typeface="Hiragino Sans"/>
                <a:ea typeface="Hiragino Sans"/>
                <a:cs typeface="Hiragino Sans"/>
              </a:defRPr>
            </a:pPr>
            <a:r>
              <a:rPr sz="915" b="0">
                <a:solidFill>
                  <a:srgbClr val="0F172A"/>
                </a:solidFill>
                <a:latin typeface="Hiragino Sans"/>
                <a:ea typeface="Hiragino Sans"/>
                <a:cs typeface="Hiragino Sans"/>
              </a:rPr>
              <a:t>警告前の被害量</a:t>
            </a:r>
          </a:p>
        </p:txBody>
      </p:sp>
      <p:sp>
        <p:nvSpPr>
          <p:cNvPr id="30" name="">
            <a:extLst xmlns:a="http://schemas.openxmlformats.org/drawingml/2006/main">
              <a:ext uri="{FF2B5EF4-FFF2-40B4-BE49-F238E27FC236}">
                <a16:creationId xmlns:a16="http://schemas.microsoft.com/office/drawing/2014/main" id="{7D6D21B5-537C-4EC9-800B-0E0FC60343CD}"/>
              </a:ext>
            </a:extLst>
          </p:cNvPr>
          <p:cNvSpPr>
            <a:spLocks xmlns:a="http://schemas.openxmlformats.org/drawingml/2006/main" noGrp="1"/>
          </p:cNvSpPr>
          <p:nvPr/>
        </p:nvSpPr>
        <p:spPr>
          <a:xfrm xmlns:a="http://schemas.openxmlformats.org/drawingml/2006/main">
            <a:off x="3371850" y="5276850"/>
            <a:ext cx="1714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0F172A"/>
                </a:solidFill>
                <a:latin typeface="Hiragino Sans"/>
                <a:ea typeface="Hiragino Sans"/>
                <a:cs typeface="Hiragino Sans"/>
              </a:defRPr>
            </a:pPr>
            <a:r>
              <a:rPr sz="915" b="0">
                <a:solidFill>
                  <a:srgbClr val="0F172A"/>
                </a:solidFill>
                <a:latin typeface="Hiragino Sans"/>
                <a:ea typeface="Hiragino Sans"/>
                <a:cs typeface="Hiragino Sans"/>
              </a:rPr>
              <a:t>どの特徴がズレたか</a:t>
            </a:r>
          </a:p>
        </p:txBody>
      </p:sp>
      <p:sp>
        <p:nvSpPr>
          <p:cNvPr id="31" name="">
            <a:extLst xmlns:a="http://schemas.openxmlformats.org/drawingml/2006/main">
              <a:ext uri="{FF2B5EF4-FFF2-40B4-BE49-F238E27FC236}">
                <a16:creationId xmlns:a16="http://schemas.microsoft.com/office/drawing/2014/main" id="{73D21C81-436C-4744-8E11-0CC56F37C717}"/>
              </a:ext>
            </a:extLst>
          </p:cNvPr>
          <p:cNvSpPr>
            <a:spLocks xmlns:a="http://schemas.openxmlformats.org/drawingml/2006/main" noGrp="1"/>
          </p:cNvSpPr>
          <p:nvPr/>
        </p:nvSpPr>
        <p:spPr>
          <a:xfrm xmlns:a="http://schemas.openxmlformats.org/drawingml/2006/main">
            <a:off x="6286500" y="4362450"/>
            <a:ext cx="457200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2" name="">
            <a:extLst xmlns:a="http://schemas.openxmlformats.org/drawingml/2006/main">
              <a:ext uri="{FF2B5EF4-FFF2-40B4-BE49-F238E27FC236}">
                <a16:creationId xmlns:a16="http://schemas.microsoft.com/office/drawing/2014/main" id="{CE514B20-16EE-47A9-B049-19AAB93441C3}"/>
              </a:ext>
            </a:extLst>
          </p:cNvPr>
          <p:cNvSpPr>
            <a:spLocks xmlns:a="http://schemas.openxmlformats.org/drawingml/2006/main" noGrp="1"/>
          </p:cNvSpPr>
          <p:nvPr/>
        </p:nvSpPr>
        <p:spPr>
          <a:xfrm xmlns:a="http://schemas.openxmlformats.org/drawingml/2006/main">
            <a:off x="6553200" y="4572000"/>
            <a:ext cx="1809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0F172A"/>
                </a:solidFill>
                <a:latin typeface="Hiragino Sans"/>
                <a:ea typeface="Hiragino Sans"/>
                <a:cs typeface="Hiragino Sans"/>
              </a:defRPr>
            </a:pPr>
            <a:r>
              <a:rPr sz="1200" b="1">
                <a:solidFill>
                  <a:srgbClr val="0F172A"/>
                </a:solidFill>
                <a:latin typeface="Hiragino Sans"/>
                <a:ea typeface="Hiragino Sans"/>
                <a:cs typeface="Hiragino Sans"/>
              </a:rPr>
              <a:t>必ず外して試すもの</a:t>
            </a:r>
          </a:p>
        </p:txBody>
      </p:sp>
      <p:sp>
        <p:nvSpPr>
          <p:cNvPr id="33" name="">
            <a:extLst xmlns:a="http://schemas.openxmlformats.org/drawingml/2006/main">
              <a:ext uri="{FF2B5EF4-FFF2-40B4-BE49-F238E27FC236}">
                <a16:creationId xmlns:a16="http://schemas.microsoft.com/office/drawing/2014/main" id="{237484AE-D01A-424B-9167-DE96C882BF6D}"/>
              </a:ext>
            </a:extLst>
          </p:cNvPr>
          <p:cNvSpPr>
            <a:spLocks xmlns:a="http://schemas.openxmlformats.org/drawingml/2006/main" noGrp="1"/>
          </p:cNvSpPr>
          <p:nvPr/>
        </p:nvSpPr>
        <p:spPr>
          <a:xfrm xmlns:a="http://schemas.openxmlformats.org/drawingml/2006/main">
            <a:off x="6572250" y="4953000"/>
            <a:ext cx="1104900" cy="266700"/>
          </a:xfrm>
          <a:prstGeom xmlns:a="http://schemas.openxmlformats.org/drawingml/2006/main" prst="rect">
            <a:avLst/>
          </a:prstGeom>
          <a:solidFill xmlns:a="http://schemas.openxmlformats.org/drawingml/2006/main">
            <a:srgbClr val="F1F5F9"/>
          </a:solidFill>
          <a:ln xmlns:a="http://schemas.openxmlformats.org/drawingml/2006/main" w="9525">
            <a:solidFill>
              <a:srgbClr val="0F172A"/>
            </a:solidFill>
            <a:prstDash val="solid"/>
          </a:ln>
        </p:spPr>
      </p:sp>
      <p:sp>
        <p:nvSpPr>
          <p:cNvPr id="34" name="">
            <a:extLst xmlns:a="http://schemas.openxmlformats.org/drawingml/2006/main">
              <a:ext uri="{FF2B5EF4-FFF2-40B4-BE49-F238E27FC236}">
                <a16:creationId xmlns:a16="http://schemas.microsoft.com/office/drawing/2014/main" id="{F6456A90-FF8F-415B-A8AA-CE23C5D42F22}"/>
              </a:ext>
            </a:extLst>
          </p:cNvPr>
          <p:cNvSpPr>
            <a:spLocks xmlns:a="http://schemas.openxmlformats.org/drawingml/2006/main" noGrp="1"/>
          </p:cNvSpPr>
          <p:nvPr/>
        </p:nvSpPr>
        <p:spPr>
          <a:xfrm xmlns:a="http://schemas.openxmlformats.org/drawingml/2006/main">
            <a:off x="6648450" y="49911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0F172A"/>
                </a:solidFill>
                <a:latin typeface="Hiragino Sans"/>
                <a:ea typeface="Hiragino Sans"/>
                <a:cs typeface="Hiragino Sans"/>
              </a:defRPr>
            </a:pPr>
            <a:r>
              <a:rPr sz="765" b="1">
                <a:solidFill>
                  <a:srgbClr val="0F172A"/>
                </a:solidFill>
                <a:latin typeface="Hiragino Sans"/>
                <a:ea typeface="Hiragino Sans"/>
                <a:cs typeface="Hiragino Sans"/>
              </a:rPr>
              <a:t>暗号らしさなし</a:t>
            </a:r>
          </a:p>
        </p:txBody>
      </p:sp>
      <p:sp>
        <p:nvSpPr>
          <p:cNvPr id="35" name="">
            <a:extLst xmlns:a="http://schemas.openxmlformats.org/drawingml/2006/main">
              <a:ext uri="{FF2B5EF4-FFF2-40B4-BE49-F238E27FC236}">
                <a16:creationId xmlns:a16="http://schemas.microsoft.com/office/drawing/2014/main" id="{BFEFC723-2590-4D1C-A2F5-2BBEFD8500EB}"/>
              </a:ext>
            </a:extLst>
          </p:cNvPr>
          <p:cNvSpPr>
            <a:spLocks xmlns:a="http://schemas.openxmlformats.org/drawingml/2006/main" noGrp="1"/>
          </p:cNvSpPr>
          <p:nvPr/>
        </p:nvSpPr>
        <p:spPr>
          <a:xfrm xmlns:a="http://schemas.openxmlformats.org/drawingml/2006/main">
            <a:off x="7829550" y="4953000"/>
            <a:ext cx="1104900" cy="266700"/>
          </a:xfrm>
          <a:prstGeom xmlns:a="http://schemas.openxmlformats.org/drawingml/2006/main" prst="rect">
            <a:avLst/>
          </a:prstGeom>
          <a:solidFill xmlns:a="http://schemas.openxmlformats.org/drawingml/2006/main">
            <a:srgbClr val="F1F5F9"/>
          </a:solidFill>
          <a:ln xmlns:a="http://schemas.openxmlformats.org/drawingml/2006/main" w="9525">
            <a:solidFill>
              <a:srgbClr val="0F172A"/>
            </a:solidFill>
            <a:prstDash val="solid"/>
          </a:ln>
        </p:spPr>
      </p:sp>
      <p:sp>
        <p:nvSpPr>
          <p:cNvPr id="36" name="">
            <a:extLst xmlns:a="http://schemas.openxmlformats.org/drawingml/2006/main">
              <a:ext uri="{FF2B5EF4-FFF2-40B4-BE49-F238E27FC236}">
                <a16:creationId xmlns:a16="http://schemas.microsoft.com/office/drawing/2014/main" id="{360C6ECB-AC75-4D2C-84CC-BCBB9AE38CCB}"/>
              </a:ext>
            </a:extLst>
          </p:cNvPr>
          <p:cNvSpPr>
            <a:spLocks xmlns:a="http://schemas.openxmlformats.org/drawingml/2006/main" noGrp="1"/>
          </p:cNvSpPr>
          <p:nvPr/>
        </p:nvSpPr>
        <p:spPr>
          <a:xfrm xmlns:a="http://schemas.openxmlformats.org/drawingml/2006/main">
            <a:off x="7905750" y="49911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0F172A"/>
                </a:solidFill>
                <a:latin typeface="Hiragino Sans"/>
                <a:ea typeface="Hiragino Sans"/>
                <a:cs typeface="Hiragino Sans"/>
              </a:defRPr>
            </a:pPr>
            <a:r>
              <a:rPr sz="765" b="1">
                <a:solidFill>
                  <a:srgbClr val="0F172A"/>
                </a:solidFill>
                <a:latin typeface="Hiragino Sans"/>
                <a:ea typeface="Hiragino Sans"/>
                <a:cs typeface="Hiragino Sans"/>
              </a:rPr>
              <a:t>位置なし</a:t>
            </a:r>
          </a:p>
        </p:txBody>
      </p:sp>
      <p:sp>
        <p:nvSpPr>
          <p:cNvPr id="37" name="">
            <a:extLst xmlns:a="http://schemas.openxmlformats.org/drawingml/2006/main">
              <a:ext uri="{FF2B5EF4-FFF2-40B4-BE49-F238E27FC236}">
                <a16:creationId xmlns:a16="http://schemas.microsoft.com/office/drawing/2014/main" id="{E1722221-6555-4BFA-A1A3-922A958979CE}"/>
              </a:ext>
            </a:extLst>
          </p:cNvPr>
          <p:cNvSpPr>
            <a:spLocks xmlns:a="http://schemas.openxmlformats.org/drawingml/2006/main" noGrp="1"/>
          </p:cNvSpPr>
          <p:nvPr/>
        </p:nvSpPr>
        <p:spPr>
          <a:xfrm xmlns:a="http://schemas.openxmlformats.org/drawingml/2006/main">
            <a:off x="9086850" y="4953000"/>
            <a:ext cx="1104900" cy="266700"/>
          </a:xfrm>
          <a:prstGeom xmlns:a="http://schemas.openxmlformats.org/drawingml/2006/main" prst="rect">
            <a:avLst/>
          </a:prstGeom>
          <a:solidFill xmlns:a="http://schemas.openxmlformats.org/drawingml/2006/main">
            <a:srgbClr val="F1F5F9"/>
          </a:solidFill>
          <a:ln xmlns:a="http://schemas.openxmlformats.org/drawingml/2006/main" w="9525">
            <a:solidFill>
              <a:srgbClr val="0F172A"/>
            </a:solidFill>
            <a:prstDash val="solid"/>
          </a:ln>
        </p:spPr>
      </p:sp>
      <p:sp>
        <p:nvSpPr>
          <p:cNvPr id="38" name="">
            <a:extLst xmlns:a="http://schemas.openxmlformats.org/drawingml/2006/main">
              <a:ext uri="{FF2B5EF4-FFF2-40B4-BE49-F238E27FC236}">
                <a16:creationId xmlns:a16="http://schemas.microsoft.com/office/drawing/2014/main" id="{91D249B1-44E2-4C49-9134-919D2644E8CF}"/>
              </a:ext>
            </a:extLst>
          </p:cNvPr>
          <p:cNvSpPr>
            <a:spLocks xmlns:a="http://schemas.openxmlformats.org/drawingml/2006/main" noGrp="1"/>
          </p:cNvSpPr>
          <p:nvPr/>
        </p:nvSpPr>
        <p:spPr>
          <a:xfrm xmlns:a="http://schemas.openxmlformats.org/drawingml/2006/main">
            <a:off x="9163050" y="49911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0F172A"/>
                </a:solidFill>
                <a:latin typeface="Hiragino Sans"/>
                <a:ea typeface="Hiragino Sans"/>
                <a:cs typeface="Hiragino Sans"/>
              </a:defRPr>
            </a:pPr>
            <a:r>
              <a:rPr sz="765" b="1">
                <a:solidFill>
                  <a:srgbClr val="0F172A"/>
                </a:solidFill>
                <a:latin typeface="Hiragino Sans"/>
                <a:ea typeface="Hiragino Sans"/>
                <a:cs typeface="Hiragino Sans"/>
              </a:rPr>
              <a:t>転送長なし</a:t>
            </a:r>
          </a:p>
        </p:txBody>
      </p:sp>
      <p:sp>
        <p:nvSpPr>
          <p:cNvPr id="39" name="">
            <a:extLst xmlns:a="http://schemas.openxmlformats.org/drawingml/2006/main">
              <a:ext uri="{FF2B5EF4-FFF2-40B4-BE49-F238E27FC236}">
                <a16:creationId xmlns:a16="http://schemas.microsoft.com/office/drawing/2014/main" id="{6A7A787A-F3A8-40EC-8D40-418ECAAE124B}"/>
              </a:ext>
            </a:extLst>
          </p:cNvPr>
          <p:cNvSpPr>
            <a:spLocks xmlns:a="http://schemas.openxmlformats.org/drawingml/2006/main" noGrp="1"/>
          </p:cNvSpPr>
          <p:nvPr/>
        </p:nvSpPr>
        <p:spPr>
          <a:xfrm xmlns:a="http://schemas.openxmlformats.org/drawingml/2006/main">
            <a:off x="6572250" y="5314950"/>
            <a:ext cx="1104900" cy="266700"/>
          </a:xfrm>
          <a:prstGeom xmlns:a="http://schemas.openxmlformats.org/drawingml/2006/main" prst="rect">
            <a:avLst/>
          </a:prstGeom>
          <a:solidFill xmlns:a="http://schemas.openxmlformats.org/drawingml/2006/main">
            <a:srgbClr val="F1F5F9"/>
          </a:solidFill>
          <a:ln xmlns:a="http://schemas.openxmlformats.org/drawingml/2006/main" w="9525">
            <a:solidFill>
              <a:srgbClr val="0F172A"/>
            </a:solidFill>
            <a:prstDash val="solid"/>
          </a:ln>
        </p:spPr>
      </p:sp>
      <p:sp>
        <p:nvSpPr>
          <p:cNvPr id="40" name="">
            <a:extLst xmlns:a="http://schemas.openxmlformats.org/drawingml/2006/main">
              <a:ext uri="{FF2B5EF4-FFF2-40B4-BE49-F238E27FC236}">
                <a16:creationId xmlns:a16="http://schemas.microsoft.com/office/drawing/2014/main" id="{E7265562-397A-4FA2-89D4-309DDF9A0026}"/>
              </a:ext>
            </a:extLst>
          </p:cNvPr>
          <p:cNvSpPr>
            <a:spLocks xmlns:a="http://schemas.openxmlformats.org/drawingml/2006/main" noGrp="1"/>
          </p:cNvSpPr>
          <p:nvPr/>
        </p:nvSpPr>
        <p:spPr>
          <a:xfrm xmlns:a="http://schemas.openxmlformats.org/drawingml/2006/main">
            <a:off x="6648450" y="535305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0F172A"/>
                </a:solidFill>
                <a:latin typeface="Hiragino Sans"/>
                <a:ea typeface="Hiragino Sans"/>
                <a:cs typeface="Hiragino Sans"/>
              </a:defRPr>
            </a:pPr>
            <a:r>
              <a:rPr sz="765" b="1">
                <a:solidFill>
                  <a:srgbClr val="0F172A"/>
                </a:solidFill>
                <a:latin typeface="Hiragino Sans"/>
                <a:ea typeface="Hiragino Sans"/>
                <a:cs typeface="Hiragino Sans"/>
              </a:rPr>
              <a:t>文脈長変更</a:t>
            </a:r>
          </a:p>
        </p:txBody>
      </p:sp>
      <p:sp>
        <p:nvSpPr>
          <p:cNvPr id="41" name="">
            <a:extLst xmlns:a="http://schemas.openxmlformats.org/drawingml/2006/main">
              <a:ext uri="{FF2B5EF4-FFF2-40B4-BE49-F238E27FC236}">
                <a16:creationId xmlns:a16="http://schemas.microsoft.com/office/drawing/2014/main" id="{CFD4B73E-9779-4EE7-B388-C3A43EEAB405}"/>
              </a:ext>
            </a:extLst>
          </p:cNvPr>
          <p:cNvSpPr>
            <a:spLocks xmlns:a="http://schemas.openxmlformats.org/drawingml/2006/main" noGrp="1"/>
          </p:cNvSpPr>
          <p:nvPr/>
        </p:nvSpPr>
        <p:spPr>
          <a:xfrm xmlns:a="http://schemas.openxmlformats.org/drawingml/2006/main">
            <a:off x="7829550" y="5314950"/>
            <a:ext cx="1428750" cy="266700"/>
          </a:xfrm>
          <a:prstGeom xmlns:a="http://schemas.openxmlformats.org/drawingml/2006/main" prst="rect">
            <a:avLst/>
          </a:prstGeom>
          <a:solidFill xmlns:a="http://schemas.openxmlformats.org/drawingml/2006/main">
            <a:srgbClr val="F1F5F9"/>
          </a:solidFill>
          <a:ln xmlns:a="http://schemas.openxmlformats.org/drawingml/2006/main" w="9525">
            <a:solidFill>
              <a:srgbClr val="0F172A"/>
            </a:solidFill>
            <a:prstDash val="solid"/>
          </a:ln>
        </p:spPr>
      </p:sp>
      <p:sp>
        <p:nvSpPr>
          <p:cNvPr id="42" name="">
            <a:extLst xmlns:a="http://schemas.openxmlformats.org/drawingml/2006/main">
              <a:ext uri="{FF2B5EF4-FFF2-40B4-BE49-F238E27FC236}">
                <a16:creationId xmlns:a16="http://schemas.microsoft.com/office/drawing/2014/main" id="{834A6297-25FB-4974-8D1E-86D2E01CFCC5}"/>
              </a:ext>
            </a:extLst>
          </p:cNvPr>
          <p:cNvSpPr>
            <a:spLocks xmlns:a="http://schemas.openxmlformats.org/drawingml/2006/main" noGrp="1"/>
          </p:cNvSpPr>
          <p:nvPr/>
        </p:nvSpPr>
        <p:spPr>
          <a:xfrm xmlns:a="http://schemas.openxmlformats.org/drawingml/2006/main">
            <a:off x="7905750" y="5353050"/>
            <a:ext cx="1276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65" b="1">
                <a:solidFill>
                  <a:srgbClr val="0F172A"/>
                </a:solidFill>
                <a:latin typeface="Hiragino Sans"/>
                <a:ea typeface="Hiragino Sans"/>
                <a:cs typeface="Hiragino Sans"/>
              </a:defRPr>
            </a:pPr>
            <a:r>
              <a:rPr sz="765" b="1">
                <a:solidFill>
                  <a:srgbClr val="0F172A"/>
                </a:solidFill>
                <a:latin typeface="Hiragino Sans"/>
                <a:ea typeface="Hiragino Sans"/>
                <a:cs typeface="Hiragino Sans"/>
              </a:rPr>
              <a:t>装置用変換後</a:t>
            </a:r>
          </a:p>
        </p:txBody>
      </p:sp>
      <p:sp>
        <p:nvSpPr>
          <p:cNvPr id="43" name="">
            <a:extLst xmlns:a="http://schemas.openxmlformats.org/drawingml/2006/main">
              <a:ext uri="{FF2B5EF4-FFF2-40B4-BE49-F238E27FC236}">
                <a16:creationId xmlns:a16="http://schemas.microsoft.com/office/drawing/2014/main" id="{E328AD7D-3DE8-4B2E-A7C8-2A35B90FF542}"/>
              </a:ext>
            </a:extLst>
          </p:cNvPr>
          <p:cNvSpPr>
            <a:spLocks xmlns:a="http://schemas.openxmlformats.org/drawingml/2006/main" noGrp="1"/>
          </p:cNvSpPr>
          <p:nvPr/>
        </p:nvSpPr>
        <p:spPr>
          <a:xfrm xmlns:a="http://schemas.openxmlformats.org/drawingml/2006/main">
            <a:off x="552450" y="6286500"/>
            <a:ext cx="11087100" cy="9525"/>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B9B72682-4823-431F-ADFF-C95E7C9C035D}"/>
              </a:ext>
            </a:extLst>
          </p:cNvPr>
          <p:cNvSpPr>
            <a:spLocks xmlns:a="http://schemas.openxmlformats.org/drawingml/2006/main" noGrp="1"/>
          </p:cNvSpPr>
          <p:nvPr/>
        </p:nvSpPr>
        <p:spPr>
          <a:xfrm xmlns:a="http://schemas.openxmlformats.org/drawingml/2006/main">
            <a:off x="552450" y="6419850"/>
            <a:ext cx="8858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64748B"/>
                </a:solidFill>
                <a:latin typeface="Hiragino Sans"/>
                <a:ea typeface="Hiragino Sans"/>
                <a:cs typeface="Hiragino Sans"/>
              </a:defRPr>
            </a:pPr>
            <a:r>
              <a:rPr sz="675" b="0">
                <a:solidFill>
                  <a:srgbClr val="64748B"/>
                </a:solidFill>
                <a:latin typeface="Hiragino Sans"/>
                <a:ea typeface="Hiragino Sans"/>
                <a:cs typeface="Hiragino Sans"/>
              </a:rPr>
              <a:t>Source: paper/sections/07_evaluation_plan.tex, 08_mnn_implementation_plan.tex</a:t>
            </a:r>
          </a:p>
        </p:txBody>
      </p:sp>
      <p:sp>
        <p:nvSpPr>
          <p:cNvPr id="45" name="">
            <a:extLst xmlns:a="http://schemas.openxmlformats.org/drawingml/2006/main">
              <a:ext uri="{FF2B5EF4-FFF2-40B4-BE49-F238E27FC236}">
                <a16:creationId xmlns:a16="http://schemas.microsoft.com/office/drawing/2014/main" id="{6C64E260-D1C4-4A1C-8E38-3717F425F979}"/>
              </a:ext>
            </a:extLst>
          </p:cNvPr>
          <p:cNvSpPr>
            <a:spLocks xmlns:a="http://schemas.openxmlformats.org/drawingml/2006/main" noGrp="1"/>
          </p:cNvSpPr>
          <p:nvPr/>
        </p:nvSpPr>
        <p:spPr>
          <a:xfrm xmlns:a="http://schemas.openxmlformats.org/drawingml/2006/main">
            <a:off x="11125200" y="6391275"/>
            <a:ext cx="514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64748B"/>
                </a:solidFill>
                <a:latin typeface="Menlo"/>
                <a:ea typeface="Menlo"/>
                <a:cs typeface="Menlo"/>
              </a:defRPr>
            </a:pPr>
            <a:r>
              <a:rPr sz="1125" b="1">
                <a:solidFill>
                  <a:srgbClr val="64748B"/>
                </a:solidFill>
                <a:latin typeface="Menlo"/>
                <a:ea typeface="Menlo"/>
                <a:cs typeface="Menlo"/>
              </a:rPr>
              <a:t>04</a:t>
            </a:r>
          </a:p>
        </p:txBody>
      </p:sp>
    </p:spTree>
    <p:extLst>
      <p:ext uri="{BB962C8B-B14F-4D97-AF65-F5344CB8AC3E}">
        <p14:creationId xmlns:p14="http://schemas.microsoft.com/office/powerpoint/2010/main" val="192862058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DEF53FD-D1BD-4F65-A3BD-9EE8A7204B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8FAFC"/>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37E30FB-A66C-492A-AB65-72DEA56364F6}"/>
              </a:ext>
            </a:extLst>
          </p:cNvPr>
          <p:cNvSpPr>
            <a:spLocks xmlns:a="http://schemas.openxmlformats.org/drawingml/2006/main" noGrp="1"/>
          </p:cNvSpPr>
          <p:nvPr/>
        </p:nvSpPr>
        <p:spPr>
          <a:xfrm xmlns:a="http://schemas.openxmlformats.org/drawingml/2006/main">
            <a:off x="0" y="0"/>
            <a:ext cx="12192000" cy="2095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5A0E09E-CF54-4F86-8712-95E859171974}"/>
              </a:ext>
            </a:extLst>
          </p:cNvPr>
          <p:cNvSpPr>
            <a:spLocks xmlns:a="http://schemas.openxmlformats.org/drawingml/2006/main" noGrp="1"/>
          </p:cNvSpPr>
          <p:nvPr/>
        </p:nvSpPr>
        <p:spPr>
          <a:xfrm xmlns:a="http://schemas.openxmlformats.org/drawingml/2006/main">
            <a:off x="552450" y="495300"/>
            <a:ext cx="76200" cy="76200"/>
          </a:xfrm>
          <a:prstGeom xmlns:a="http://schemas.openxmlformats.org/drawingml/2006/main" prst="rect">
            <a:avLst/>
          </a:prstGeom>
          <a:solidFill xmlns:a="http://schemas.openxmlformats.org/drawingml/2006/main">
            <a:srgbClr val="15803D"/>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301CFC1-0420-4D88-A07B-582BB2BD2EE4}"/>
              </a:ext>
            </a:extLst>
          </p:cNvPr>
          <p:cNvSpPr>
            <a:spLocks xmlns:a="http://schemas.openxmlformats.org/drawingml/2006/main" noGrp="1"/>
          </p:cNvSpPr>
          <p:nvPr/>
        </p:nvSpPr>
        <p:spPr>
          <a:xfrm xmlns:a="http://schemas.openxmlformats.org/drawingml/2006/main">
            <a:off x="742950" y="41910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825" b="1">
                <a:solidFill>
                  <a:srgbClr val="64748B"/>
                </a:solidFill>
                <a:latin typeface="Hiragino Sans"/>
                <a:ea typeface="Hiragino Sans"/>
                <a:cs typeface="Hiragino Sans"/>
              </a:defRPr>
            </a:pPr>
            <a:r>
              <a:rPr sz="825" b="1">
                <a:solidFill>
                  <a:srgbClr val="64748B"/>
                </a:solidFill>
                <a:latin typeface="Hiragino Sans"/>
                <a:ea typeface="Hiragino Sans"/>
                <a:cs typeface="Hiragino Sans"/>
              </a:rPr>
              <a:t>SPONSOR READOUT | 判断できること</a:t>
            </a:r>
          </a:p>
        </p:txBody>
      </p:sp>
      <p:sp>
        <p:nvSpPr>
          <p:cNvPr id="5" name="">
            <a:extLst xmlns:a="http://schemas.openxmlformats.org/drawingml/2006/main">
              <a:ext uri="{FF2B5EF4-FFF2-40B4-BE49-F238E27FC236}">
                <a16:creationId xmlns:a16="http://schemas.microsoft.com/office/drawing/2014/main" id="{99DC00A9-714B-426C-8A3E-9811DC9D38EB}"/>
              </a:ext>
            </a:extLst>
          </p:cNvPr>
          <p:cNvSpPr>
            <a:spLocks xmlns:a="http://schemas.openxmlformats.org/drawingml/2006/main" noGrp="1"/>
          </p:cNvSpPr>
          <p:nvPr/>
        </p:nvSpPr>
        <p:spPr>
          <a:xfrm xmlns:a="http://schemas.openxmlformats.org/drawingml/2006/main">
            <a:off x="552450" y="800100"/>
            <a:ext cx="10287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75" b="1">
                <a:solidFill>
                  <a:srgbClr val="0F172A"/>
                </a:solidFill>
                <a:latin typeface="Hiragino Mincho ProN"/>
                <a:ea typeface="Hiragino Mincho ProN"/>
                <a:cs typeface="Hiragino Mincho ProN"/>
              </a:defRPr>
            </a:pPr>
            <a:r>
              <a:rPr sz="2475" b="1">
                <a:solidFill>
                  <a:srgbClr val="0F172A"/>
                </a:solidFill>
                <a:latin typeface="Hiragino Mincho ProN"/>
                <a:ea typeface="Hiragino Mincho ProN"/>
                <a:cs typeface="Hiragino Mincho ProN"/>
              </a:rPr>
              <a:t>導入判断ではなく、“次の証拠”を揃える</a:t>
            </a:r>
          </a:p>
        </p:txBody>
      </p:sp>
      <p:sp>
        <p:nvSpPr>
          <p:cNvPr id="6" name="">
            <a:extLst xmlns:a="http://schemas.openxmlformats.org/drawingml/2006/main">
              <a:ext uri="{FF2B5EF4-FFF2-40B4-BE49-F238E27FC236}">
                <a16:creationId xmlns:a16="http://schemas.microsoft.com/office/drawing/2014/main" id="{F5C20108-6C7B-46B9-9D0A-D339CDBFC6DA}"/>
              </a:ext>
            </a:extLst>
          </p:cNvPr>
          <p:cNvSpPr>
            <a:spLocks xmlns:a="http://schemas.openxmlformats.org/drawingml/2006/main" noGrp="1"/>
          </p:cNvSpPr>
          <p:nvPr/>
        </p:nvSpPr>
        <p:spPr>
          <a:xfrm xmlns:a="http://schemas.openxmlformats.org/drawingml/2006/main">
            <a:off x="552450" y="1714500"/>
            <a:ext cx="9906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4748B"/>
                </a:solidFill>
                <a:latin typeface="Hiragino Sans"/>
                <a:ea typeface="Hiragino Sans"/>
                <a:cs typeface="Hiragino Sans"/>
              </a:defRPr>
            </a:pPr>
            <a:r>
              <a:rPr sz="1125" b="0">
                <a:solidFill>
                  <a:srgbClr val="64748B"/>
                </a:solidFill>
                <a:latin typeface="Hiragino Sans"/>
                <a:ea typeface="Hiragino Sans"/>
                <a:cs typeface="Hiragino Sans"/>
              </a:rPr>
              <a:t>共有したい価値は、成功条件だけでなく、単純規則で足りる場合や装置制約で止まる場合も早く分かることです。</a:t>
            </a:r>
          </a:p>
        </p:txBody>
      </p:sp>
      <p:sp>
        <p:nvSpPr>
          <p:cNvPr id="7" name="">
            <a:extLst xmlns:a="http://schemas.openxmlformats.org/drawingml/2006/main">
              <a:ext uri="{FF2B5EF4-FFF2-40B4-BE49-F238E27FC236}">
                <a16:creationId xmlns:a16="http://schemas.microsoft.com/office/drawing/2014/main" id="{DB2BC1A7-47C4-473E-8451-FD9F92AEEE3A}"/>
              </a:ext>
            </a:extLst>
          </p:cNvPr>
          <p:cNvSpPr>
            <a:spLocks xmlns:a="http://schemas.openxmlformats.org/drawingml/2006/main" noGrp="1"/>
          </p:cNvSpPr>
          <p:nvPr/>
        </p:nvSpPr>
        <p:spPr>
          <a:xfrm xmlns:a="http://schemas.openxmlformats.org/drawingml/2006/main">
            <a:off x="819150" y="2362200"/>
            <a:ext cx="10382250" cy="400050"/>
          </a:xfrm>
          <a:prstGeom xmlns:a="http://schemas.openxmlformats.org/drawingml/2006/main" prst="rect">
            <a:avLst/>
          </a:prstGeom>
          <a:solidFill xmlns:a="http://schemas.openxmlformats.org/drawingml/2006/main">
            <a:srgbClr val="172033"/>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57751CB8-DC27-4869-9B00-AF2DB1061808}"/>
              </a:ext>
            </a:extLst>
          </p:cNvPr>
          <p:cNvSpPr>
            <a:spLocks xmlns:a="http://schemas.openxmlformats.org/drawingml/2006/main" noGrp="1"/>
          </p:cNvSpPr>
          <p:nvPr/>
        </p:nvSpPr>
        <p:spPr>
          <a:xfrm xmlns:a="http://schemas.openxmlformats.org/drawingml/2006/main">
            <a:off x="1009650" y="2476500"/>
            <a:ext cx="1000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1">
                <a:solidFill>
                  <a:srgbClr val="FFFFFF"/>
                </a:solidFill>
                <a:latin typeface="Hiragino Sans"/>
                <a:ea typeface="Hiragino Sans"/>
                <a:cs typeface="Hiragino Sans"/>
              </a:defRPr>
            </a:pPr>
            <a:r>
              <a:rPr sz="938" b="1">
                <a:solidFill>
                  <a:srgbClr val="FFFFFF"/>
                </a:solidFill>
                <a:latin typeface="Hiragino Sans"/>
                <a:ea typeface="Hiragino Sans"/>
                <a:cs typeface="Hiragino Sans"/>
              </a:rPr>
              <a:t>この資料から分かる判断分岐</a:t>
            </a:r>
          </a:p>
        </p:txBody>
      </p:sp>
      <p:sp>
        <p:nvSpPr>
          <p:cNvPr id="9" name="">
            <a:extLst xmlns:a="http://schemas.openxmlformats.org/drawingml/2006/main">
              <a:ext uri="{FF2B5EF4-FFF2-40B4-BE49-F238E27FC236}">
                <a16:creationId xmlns:a16="http://schemas.microsoft.com/office/drawing/2014/main" id="{D2C13A57-6641-4DAA-ABA9-73B46B8A03BE}"/>
              </a:ext>
            </a:extLst>
          </p:cNvPr>
          <p:cNvSpPr>
            <a:spLocks xmlns:a="http://schemas.openxmlformats.org/drawingml/2006/main" noGrp="1"/>
          </p:cNvSpPr>
          <p:nvPr/>
        </p:nvSpPr>
        <p:spPr>
          <a:xfrm xmlns:a="http://schemas.openxmlformats.org/drawingml/2006/main">
            <a:off x="857250" y="2933700"/>
            <a:ext cx="2381250" cy="1390650"/>
          </a:xfrm>
          <a:prstGeom xmlns:a="http://schemas.openxmlformats.org/drawingml/2006/main" prst="rect">
            <a:avLst/>
          </a:prstGeom>
          <a:solidFill xmlns:a="http://schemas.openxmlformats.org/drawingml/2006/main">
            <a:srgbClr val="DBEAFE"/>
          </a:solidFill>
          <a:ln xmlns:a="http://schemas.openxmlformats.org/drawingml/2006/main" w="9525">
            <a:solidFill>
              <a:srgbClr val="2563EB"/>
            </a:solidFill>
            <a:prstDash val="solid"/>
          </a:ln>
        </p:spPr>
      </p:sp>
      <p:sp>
        <p:nvSpPr>
          <p:cNvPr id="10" name="">
            <a:extLst xmlns:a="http://schemas.openxmlformats.org/drawingml/2006/main">
              <a:ext uri="{FF2B5EF4-FFF2-40B4-BE49-F238E27FC236}">
                <a16:creationId xmlns:a16="http://schemas.microsoft.com/office/drawing/2014/main" id="{1939BC70-2A02-40B4-B2A4-9EBFBCAA67A9}"/>
              </a:ext>
            </a:extLst>
          </p:cNvPr>
          <p:cNvSpPr>
            <a:spLocks xmlns:a="http://schemas.openxmlformats.org/drawingml/2006/main" noGrp="1"/>
          </p:cNvSpPr>
          <p:nvPr/>
        </p:nvSpPr>
        <p:spPr>
          <a:xfrm xmlns:a="http://schemas.openxmlformats.org/drawingml/2006/main">
            <a:off x="1028700" y="3076575"/>
            <a:ext cx="20383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2563EB"/>
                </a:solidFill>
                <a:latin typeface="Hiragino Sans"/>
                <a:ea typeface="Hiragino Sans"/>
                <a:cs typeface="Hiragino Sans"/>
              </a:defRPr>
            </a:pPr>
            <a:r>
              <a:rPr sz="1125" b="1">
                <a:solidFill>
                  <a:srgbClr val="2563EB"/>
                </a:solidFill>
                <a:latin typeface="Hiragino Sans"/>
                <a:ea typeface="Hiragino Sans"/>
                <a:cs typeface="Hiragino Sans"/>
              </a:rPr>
              <a:t>A. 単純規則で十分</a:t>
            </a:r>
          </a:p>
        </p:txBody>
      </p:sp>
      <p:sp>
        <p:nvSpPr>
          <p:cNvPr id="11" name="">
            <a:extLst xmlns:a="http://schemas.openxmlformats.org/drawingml/2006/main">
              <a:ext uri="{FF2B5EF4-FFF2-40B4-BE49-F238E27FC236}">
                <a16:creationId xmlns:a16="http://schemas.microsoft.com/office/drawing/2014/main" id="{8D20277E-EC3A-4B12-8618-28EE72189BA9}"/>
              </a:ext>
            </a:extLst>
          </p:cNvPr>
          <p:cNvSpPr>
            <a:spLocks xmlns:a="http://schemas.openxmlformats.org/drawingml/2006/main" noGrp="1"/>
          </p:cNvSpPr>
          <p:nvPr/>
        </p:nvSpPr>
        <p:spPr>
          <a:xfrm xmlns:a="http://schemas.openxmlformats.org/drawingml/2006/main">
            <a:off x="1028700" y="3390900"/>
            <a:ext cx="20383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0F172A"/>
                </a:solidFill>
                <a:latin typeface="Hiragino Sans"/>
                <a:ea typeface="Hiragino Sans"/>
                <a:cs typeface="Hiragino Sans"/>
              </a:defRPr>
            </a:pPr>
            <a:r>
              <a:rPr sz="885" b="0">
                <a:solidFill>
                  <a:srgbClr val="0F172A"/>
                </a:solidFill>
                <a:latin typeface="Hiragino Sans"/>
                <a:ea typeface="Hiragino Sans"/>
                <a:cs typeface="Hiragino Sans"/>
              </a:rPr>
              <a:t>AEを入れず、より説明しやすい規則を優先する。これは失敗ではなく成果。</a:t>
            </a:r>
          </a:p>
        </p:txBody>
      </p:sp>
      <p:sp>
        <p:nvSpPr>
          <p:cNvPr id="12" name="">
            <a:extLst xmlns:a="http://schemas.openxmlformats.org/drawingml/2006/main">
              <a:ext uri="{FF2B5EF4-FFF2-40B4-BE49-F238E27FC236}">
                <a16:creationId xmlns:a16="http://schemas.microsoft.com/office/drawing/2014/main" id="{5211FC33-3136-449F-8CC7-C45A9D0D3893}"/>
              </a:ext>
            </a:extLst>
          </p:cNvPr>
          <p:cNvSpPr>
            <a:spLocks xmlns:a="http://schemas.openxmlformats.org/drawingml/2006/main" noGrp="1"/>
          </p:cNvSpPr>
          <p:nvPr/>
        </p:nvSpPr>
        <p:spPr>
          <a:xfrm xmlns:a="http://schemas.openxmlformats.org/drawingml/2006/main">
            <a:off x="3524250" y="2933700"/>
            <a:ext cx="2381250" cy="1390650"/>
          </a:xfrm>
          <a:prstGeom xmlns:a="http://schemas.openxmlformats.org/drawingml/2006/main" prst="rect">
            <a:avLst/>
          </a:prstGeom>
          <a:solidFill xmlns:a="http://schemas.openxmlformats.org/drawingml/2006/main">
            <a:srgbClr val="DCFCE7"/>
          </a:solidFill>
          <a:ln xmlns:a="http://schemas.openxmlformats.org/drawingml/2006/main" w="9525">
            <a:solidFill>
              <a:srgbClr val="15803D"/>
            </a:solidFill>
            <a:prstDash val="solid"/>
          </a:ln>
        </p:spPr>
      </p:sp>
      <p:sp>
        <p:nvSpPr>
          <p:cNvPr id="13" name="">
            <a:extLst xmlns:a="http://schemas.openxmlformats.org/drawingml/2006/main">
              <a:ext uri="{FF2B5EF4-FFF2-40B4-BE49-F238E27FC236}">
                <a16:creationId xmlns:a16="http://schemas.microsoft.com/office/drawing/2014/main" id="{29B80A53-E8EE-43A0-A20E-053B13E11C19}"/>
              </a:ext>
            </a:extLst>
          </p:cNvPr>
          <p:cNvSpPr>
            <a:spLocks xmlns:a="http://schemas.openxmlformats.org/drawingml/2006/main" noGrp="1"/>
          </p:cNvSpPr>
          <p:nvPr/>
        </p:nvSpPr>
        <p:spPr>
          <a:xfrm xmlns:a="http://schemas.openxmlformats.org/drawingml/2006/main">
            <a:off x="3695700" y="3076575"/>
            <a:ext cx="20383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5803D"/>
                </a:solidFill>
                <a:latin typeface="Hiragino Sans"/>
                <a:ea typeface="Hiragino Sans"/>
                <a:cs typeface="Hiragino Sans"/>
              </a:defRPr>
            </a:pPr>
            <a:r>
              <a:rPr sz="1125" b="1">
                <a:solidFill>
                  <a:srgbClr val="15803D"/>
                </a:solidFill>
                <a:latin typeface="Hiragino Sans"/>
                <a:ea typeface="Hiragino Sans"/>
                <a:cs typeface="Hiragino Sans"/>
              </a:rPr>
              <a:t>B. 軽いAEだけ必要</a:t>
            </a:r>
          </a:p>
        </p:txBody>
      </p:sp>
      <p:sp>
        <p:nvSpPr>
          <p:cNvPr id="14" name="">
            <a:extLst xmlns:a="http://schemas.openxmlformats.org/drawingml/2006/main">
              <a:ext uri="{FF2B5EF4-FFF2-40B4-BE49-F238E27FC236}">
                <a16:creationId xmlns:a16="http://schemas.microsoft.com/office/drawing/2014/main" id="{79112911-AE7F-4651-8346-A2B280231E01}"/>
              </a:ext>
            </a:extLst>
          </p:cNvPr>
          <p:cNvSpPr>
            <a:spLocks xmlns:a="http://schemas.openxmlformats.org/drawingml/2006/main" noGrp="1"/>
          </p:cNvSpPr>
          <p:nvPr/>
        </p:nvSpPr>
        <p:spPr>
          <a:xfrm xmlns:a="http://schemas.openxmlformats.org/drawingml/2006/main">
            <a:off x="3695700" y="3390900"/>
            <a:ext cx="20383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0F172A"/>
                </a:solidFill>
                <a:latin typeface="Hiragino Sans"/>
                <a:ea typeface="Hiragino Sans"/>
                <a:cs typeface="Hiragino Sans"/>
              </a:defRPr>
            </a:pPr>
            <a:r>
              <a:rPr sz="885" b="0">
                <a:solidFill>
                  <a:srgbClr val="0F172A"/>
                </a:solidFill>
                <a:latin typeface="Hiragino Sans"/>
                <a:ea typeface="Hiragino Sans"/>
                <a:cs typeface="Hiragino Sans"/>
              </a:rPr>
              <a:t>AE-01..04までで足りるなら、複雑なCNN-GRUへ進まない。</a:t>
            </a:r>
          </a:p>
        </p:txBody>
      </p:sp>
      <p:sp>
        <p:nvSpPr>
          <p:cNvPr id="15" name="">
            <a:extLst xmlns:a="http://schemas.openxmlformats.org/drawingml/2006/main">
              <a:ext uri="{FF2B5EF4-FFF2-40B4-BE49-F238E27FC236}">
                <a16:creationId xmlns:a16="http://schemas.microsoft.com/office/drawing/2014/main" id="{DD540650-2848-4DB9-BDEA-1D892E939C10}"/>
              </a:ext>
            </a:extLst>
          </p:cNvPr>
          <p:cNvSpPr>
            <a:spLocks xmlns:a="http://schemas.openxmlformats.org/drawingml/2006/main" noGrp="1"/>
          </p:cNvSpPr>
          <p:nvPr/>
        </p:nvSpPr>
        <p:spPr>
          <a:xfrm xmlns:a="http://schemas.openxmlformats.org/drawingml/2006/main">
            <a:off x="6191250" y="2933700"/>
            <a:ext cx="2381250" cy="1390650"/>
          </a:xfrm>
          <a:prstGeom xmlns:a="http://schemas.openxmlformats.org/drawingml/2006/main" prst="rect">
            <a:avLst/>
          </a:prstGeom>
          <a:solidFill xmlns:a="http://schemas.openxmlformats.org/drawingml/2006/main">
            <a:srgbClr val="FEF3C7"/>
          </a:solidFill>
          <a:ln xmlns:a="http://schemas.openxmlformats.org/drawingml/2006/main" w="9525">
            <a:solidFill>
              <a:srgbClr val="B45309"/>
            </a:solidFill>
            <a:prstDash val="solid"/>
          </a:ln>
        </p:spPr>
      </p:sp>
      <p:sp>
        <p:nvSpPr>
          <p:cNvPr id="16" name="">
            <a:extLst xmlns:a="http://schemas.openxmlformats.org/drawingml/2006/main">
              <a:ext uri="{FF2B5EF4-FFF2-40B4-BE49-F238E27FC236}">
                <a16:creationId xmlns:a16="http://schemas.microsoft.com/office/drawing/2014/main" id="{E89B065C-D962-4B89-BE3A-EFD1E6F8EE74}"/>
              </a:ext>
            </a:extLst>
          </p:cNvPr>
          <p:cNvSpPr>
            <a:spLocks xmlns:a="http://schemas.openxmlformats.org/drawingml/2006/main" noGrp="1"/>
          </p:cNvSpPr>
          <p:nvPr/>
        </p:nvSpPr>
        <p:spPr>
          <a:xfrm xmlns:a="http://schemas.openxmlformats.org/drawingml/2006/main">
            <a:off x="6362700" y="3076575"/>
            <a:ext cx="20383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45309"/>
                </a:solidFill>
                <a:latin typeface="Hiragino Sans"/>
                <a:ea typeface="Hiragino Sans"/>
                <a:cs typeface="Hiragino Sans"/>
              </a:defRPr>
            </a:pPr>
            <a:r>
              <a:rPr sz="1125" b="1">
                <a:solidFill>
                  <a:srgbClr val="B45309"/>
                </a:solidFill>
                <a:latin typeface="Hiragino Sans"/>
                <a:ea typeface="Hiragino Sans"/>
                <a:cs typeface="Hiragino Sans"/>
              </a:rPr>
              <a:t>C. 複合AEが必要</a:t>
            </a:r>
          </a:p>
        </p:txBody>
      </p:sp>
      <p:sp>
        <p:nvSpPr>
          <p:cNvPr id="17" name="">
            <a:extLst xmlns:a="http://schemas.openxmlformats.org/drawingml/2006/main">
              <a:ext uri="{FF2B5EF4-FFF2-40B4-BE49-F238E27FC236}">
                <a16:creationId xmlns:a16="http://schemas.microsoft.com/office/drawing/2014/main" id="{7C55D48E-280A-49E1-A8EE-09E9C2DF7190}"/>
              </a:ext>
            </a:extLst>
          </p:cNvPr>
          <p:cNvSpPr>
            <a:spLocks xmlns:a="http://schemas.openxmlformats.org/drawingml/2006/main" noGrp="1"/>
          </p:cNvSpPr>
          <p:nvPr/>
        </p:nvSpPr>
        <p:spPr>
          <a:xfrm xmlns:a="http://schemas.openxmlformats.org/drawingml/2006/main">
            <a:off x="6362700" y="3390900"/>
            <a:ext cx="20383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0F172A"/>
                </a:solidFill>
                <a:latin typeface="Hiragino Sans"/>
                <a:ea typeface="Hiragino Sans"/>
                <a:cs typeface="Hiragino Sans"/>
              </a:defRPr>
            </a:pPr>
            <a:r>
              <a:rPr sz="885" b="0">
                <a:solidFill>
                  <a:srgbClr val="0F172A"/>
                </a:solidFill>
                <a:latin typeface="Hiragino Sans"/>
                <a:ea typeface="Hiragino Sans"/>
                <a:cs typeface="Hiragino Sans"/>
              </a:rPr>
              <a:t>AE-05は単純候補が不足した時だけ、追加演算の価値を測る。</a:t>
            </a:r>
          </a:p>
        </p:txBody>
      </p:sp>
      <p:sp>
        <p:nvSpPr>
          <p:cNvPr id="18" name="">
            <a:extLst xmlns:a="http://schemas.openxmlformats.org/drawingml/2006/main">
              <a:ext uri="{FF2B5EF4-FFF2-40B4-BE49-F238E27FC236}">
                <a16:creationId xmlns:a16="http://schemas.microsoft.com/office/drawing/2014/main" id="{28EB7115-EA81-4194-8249-B409BA47E48E}"/>
              </a:ext>
            </a:extLst>
          </p:cNvPr>
          <p:cNvSpPr>
            <a:spLocks xmlns:a="http://schemas.openxmlformats.org/drawingml/2006/main" noGrp="1"/>
          </p:cNvSpPr>
          <p:nvPr/>
        </p:nvSpPr>
        <p:spPr>
          <a:xfrm xmlns:a="http://schemas.openxmlformats.org/drawingml/2006/main">
            <a:off x="8858250" y="2933700"/>
            <a:ext cx="2381250" cy="1390650"/>
          </a:xfrm>
          <a:prstGeom xmlns:a="http://schemas.openxmlformats.org/drawingml/2006/main" prst="rect">
            <a:avLst/>
          </a:prstGeom>
          <a:solidFill xmlns:a="http://schemas.openxmlformats.org/drawingml/2006/main">
            <a:srgbClr val="FEE2E2"/>
          </a:solidFill>
          <a:ln xmlns:a="http://schemas.openxmlformats.org/drawingml/2006/main" w="9525">
            <a:solidFill>
              <a:srgbClr val="B91C1C"/>
            </a:solidFill>
            <a:prstDash val="solid"/>
          </a:ln>
        </p:spPr>
      </p:sp>
      <p:sp>
        <p:nvSpPr>
          <p:cNvPr id="19" name="">
            <a:extLst xmlns:a="http://schemas.openxmlformats.org/drawingml/2006/main">
              <a:ext uri="{FF2B5EF4-FFF2-40B4-BE49-F238E27FC236}">
                <a16:creationId xmlns:a16="http://schemas.microsoft.com/office/drawing/2014/main" id="{C060DB64-0CA2-4202-AEF8-15FD527689EC}"/>
              </a:ext>
            </a:extLst>
          </p:cNvPr>
          <p:cNvSpPr>
            <a:spLocks xmlns:a="http://schemas.openxmlformats.org/drawingml/2006/main" noGrp="1"/>
          </p:cNvSpPr>
          <p:nvPr/>
        </p:nvSpPr>
        <p:spPr>
          <a:xfrm xmlns:a="http://schemas.openxmlformats.org/drawingml/2006/main">
            <a:off x="9029700" y="3076575"/>
            <a:ext cx="20383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1C1C"/>
                </a:solidFill>
                <a:latin typeface="Hiragino Sans"/>
                <a:ea typeface="Hiragino Sans"/>
                <a:cs typeface="Hiragino Sans"/>
              </a:defRPr>
            </a:pPr>
            <a:r>
              <a:rPr sz="1125" b="1">
                <a:solidFill>
                  <a:srgbClr val="B91C1C"/>
                </a:solidFill>
                <a:latin typeface="Hiragino Sans"/>
                <a:ea typeface="Hiragino Sans"/>
                <a:cs typeface="Hiragino Sans"/>
              </a:rPr>
              <a:t>D. 装置制約で止める</a:t>
            </a:r>
          </a:p>
        </p:txBody>
      </p:sp>
      <p:sp>
        <p:nvSpPr>
          <p:cNvPr id="20" name="">
            <a:extLst xmlns:a="http://schemas.openxmlformats.org/drawingml/2006/main">
              <a:ext uri="{FF2B5EF4-FFF2-40B4-BE49-F238E27FC236}">
                <a16:creationId xmlns:a16="http://schemas.microsoft.com/office/drawing/2014/main" id="{FA7D8BED-A76D-4848-9CF2-0AFFDAF50047}"/>
              </a:ext>
            </a:extLst>
          </p:cNvPr>
          <p:cNvSpPr>
            <a:spLocks xmlns:a="http://schemas.openxmlformats.org/drawingml/2006/main" noGrp="1"/>
          </p:cNvSpPr>
          <p:nvPr/>
        </p:nvSpPr>
        <p:spPr>
          <a:xfrm xmlns:a="http://schemas.openxmlformats.org/drawingml/2006/main">
            <a:off x="9029700" y="3390900"/>
            <a:ext cx="20383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85" b="0">
                <a:solidFill>
                  <a:srgbClr val="0F172A"/>
                </a:solidFill>
                <a:latin typeface="Hiragino Sans"/>
                <a:ea typeface="Hiragino Sans"/>
                <a:cs typeface="Hiragino Sans"/>
              </a:defRPr>
            </a:pPr>
            <a:r>
              <a:rPr sz="885" b="0">
                <a:solidFill>
                  <a:srgbClr val="0F172A"/>
                </a:solidFill>
                <a:latin typeface="Hiragino Sans"/>
                <a:ea typeface="Hiragino Sans"/>
                <a:cs typeface="Hiragino Sans"/>
              </a:rPr>
              <a:t>点数一致、保持データ、処理時間が合わなければ導入主張にしない。</a:t>
            </a:r>
          </a:p>
        </p:txBody>
      </p:sp>
      <p:sp>
        <p:nvSpPr>
          <p:cNvPr id="21" name="">
            <a:extLst xmlns:a="http://schemas.openxmlformats.org/drawingml/2006/main">
              <a:ext uri="{FF2B5EF4-FFF2-40B4-BE49-F238E27FC236}">
                <a16:creationId xmlns:a16="http://schemas.microsoft.com/office/drawing/2014/main" id="{4D838B00-A4DF-4A72-B34F-1FCB7D5D80EB}"/>
              </a:ext>
            </a:extLst>
          </p:cNvPr>
          <p:cNvSpPr>
            <a:spLocks xmlns:a="http://schemas.openxmlformats.org/drawingml/2006/main" noGrp="1"/>
          </p:cNvSpPr>
          <p:nvPr/>
        </p:nvSpPr>
        <p:spPr>
          <a:xfrm xmlns:a="http://schemas.openxmlformats.org/drawingml/2006/main">
            <a:off x="1066800" y="4857750"/>
            <a:ext cx="4419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2" name="">
            <a:extLst xmlns:a="http://schemas.openxmlformats.org/drawingml/2006/main">
              <a:ext uri="{FF2B5EF4-FFF2-40B4-BE49-F238E27FC236}">
                <a16:creationId xmlns:a16="http://schemas.microsoft.com/office/drawing/2014/main" id="{6FA8CB7D-63B0-49BA-B872-5BCD1D2F479E}"/>
              </a:ext>
            </a:extLst>
          </p:cNvPr>
          <p:cNvSpPr>
            <a:spLocks xmlns:a="http://schemas.openxmlformats.org/drawingml/2006/main" noGrp="1"/>
          </p:cNvSpPr>
          <p:nvPr/>
        </p:nvSpPr>
        <p:spPr>
          <a:xfrm xmlns:a="http://schemas.openxmlformats.org/drawingml/2006/main">
            <a:off x="1333500" y="5067300"/>
            <a:ext cx="1047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5803D"/>
                </a:solidFill>
                <a:latin typeface="Hiragino Sans"/>
                <a:ea typeface="Hiragino Sans"/>
                <a:cs typeface="Hiragino Sans"/>
              </a:defRPr>
            </a:pPr>
            <a:r>
              <a:rPr sz="1125" b="1">
                <a:solidFill>
                  <a:srgbClr val="15803D"/>
                </a:solidFill>
                <a:latin typeface="Hiragino Sans"/>
                <a:ea typeface="Hiragino Sans"/>
                <a:cs typeface="Hiragino Sans"/>
              </a:rPr>
              <a:t>固定済み</a:t>
            </a:r>
          </a:p>
        </p:txBody>
      </p:sp>
      <p:sp>
        <p:nvSpPr>
          <p:cNvPr id="23" name="">
            <a:extLst xmlns:a="http://schemas.openxmlformats.org/drawingml/2006/main">
              <a:ext uri="{FF2B5EF4-FFF2-40B4-BE49-F238E27FC236}">
                <a16:creationId xmlns:a16="http://schemas.microsoft.com/office/drawing/2014/main" id="{0183EBA1-E731-457D-B11A-CAB93B8AA6D6}"/>
              </a:ext>
            </a:extLst>
          </p:cNvPr>
          <p:cNvSpPr>
            <a:spLocks xmlns:a="http://schemas.openxmlformats.org/drawingml/2006/main" noGrp="1"/>
          </p:cNvSpPr>
          <p:nvPr/>
        </p:nvSpPr>
        <p:spPr>
          <a:xfrm xmlns:a="http://schemas.openxmlformats.org/drawingml/2006/main">
            <a:off x="2400300" y="5067300"/>
            <a:ext cx="2667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0F172A"/>
                </a:solidFill>
                <a:latin typeface="Hiragino Sans"/>
                <a:ea typeface="Hiragino Sans"/>
                <a:cs typeface="Hiragino Sans"/>
              </a:defRPr>
            </a:pPr>
            <a:r>
              <a:rPr sz="915" b="0">
                <a:solidFill>
                  <a:srgbClr val="0F172A"/>
                </a:solidFill>
                <a:latin typeface="Hiragino Sans"/>
                <a:ea typeface="Hiragino Sans"/>
                <a:cs typeface="Hiragino Sans"/>
              </a:rPr>
              <a:t>観測境界、10秒統計、AE-01..05の役割、評価ゲート。</a:t>
            </a:r>
          </a:p>
        </p:txBody>
      </p:sp>
      <p:sp>
        <p:nvSpPr>
          <p:cNvPr id="24" name="">
            <a:extLst xmlns:a="http://schemas.openxmlformats.org/drawingml/2006/main">
              <a:ext uri="{FF2B5EF4-FFF2-40B4-BE49-F238E27FC236}">
                <a16:creationId xmlns:a16="http://schemas.microsoft.com/office/drawing/2014/main" id="{D9F92E48-CD85-4ACC-85BF-0A7E1DF456CF}"/>
              </a:ext>
            </a:extLst>
          </p:cNvPr>
          <p:cNvSpPr>
            <a:spLocks xmlns:a="http://schemas.openxmlformats.org/drawingml/2006/main" noGrp="1"/>
          </p:cNvSpPr>
          <p:nvPr/>
        </p:nvSpPr>
        <p:spPr>
          <a:xfrm xmlns:a="http://schemas.openxmlformats.org/drawingml/2006/main">
            <a:off x="6515100" y="4857750"/>
            <a:ext cx="4419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222B2BAB-52CB-4591-8444-39D7402398F7}"/>
              </a:ext>
            </a:extLst>
          </p:cNvPr>
          <p:cNvSpPr>
            <a:spLocks xmlns:a="http://schemas.openxmlformats.org/drawingml/2006/main" noGrp="1"/>
          </p:cNvSpPr>
          <p:nvPr/>
        </p:nvSpPr>
        <p:spPr>
          <a:xfrm xmlns:a="http://schemas.openxmlformats.org/drawingml/2006/main">
            <a:off x="6781800" y="5067300"/>
            <a:ext cx="1047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1C1C"/>
                </a:solidFill>
                <a:latin typeface="Hiragino Sans"/>
                <a:ea typeface="Hiragino Sans"/>
                <a:cs typeface="Hiragino Sans"/>
              </a:defRPr>
            </a:pPr>
            <a:r>
              <a:rPr sz="1125" b="1">
                <a:solidFill>
                  <a:srgbClr val="B91C1C"/>
                </a:solidFill>
                <a:latin typeface="Hiragino Sans"/>
                <a:ea typeface="Hiragino Sans"/>
                <a:cs typeface="Hiragino Sans"/>
              </a:rPr>
              <a:t>未主張</a:t>
            </a:r>
          </a:p>
        </p:txBody>
      </p:sp>
      <p:sp>
        <p:nvSpPr>
          <p:cNvPr id="26" name="">
            <a:extLst xmlns:a="http://schemas.openxmlformats.org/drawingml/2006/main">
              <a:ext uri="{FF2B5EF4-FFF2-40B4-BE49-F238E27FC236}">
                <a16:creationId xmlns:a16="http://schemas.microsoft.com/office/drawing/2014/main" id="{67F12D1E-DDE4-440B-963F-530A48432D95}"/>
              </a:ext>
            </a:extLst>
          </p:cNvPr>
          <p:cNvSpPr>
            <a:spLocks xmlns:a="http://schemas.openxmlformats.org/drawingml/2006/main" noGrp="1"/>
          </p:cNvSpPr>
          <p:nvPr/>
        </p:nvSpPr>
        <p:spPr>
          <a:xfrm xmlns:a="http://schemas.openxmlformats.org/drawingml/2006/main">
            <a:off x="7829550" y="5067300"/>
            <a:ext cx="2667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15" b="0">
                <a:solidFill>
                  <a:srgbClr val="0F172A"/>
                </a:solidFill>
                <a:latin typeface="Hiragino Sans"/>
                <a:ea typeface="Hiragino Sans"/>
                <a:cs typeface="Hiragino Sans"/>
              </a:defRPr>
            </a:pPr>
            <a:r>
              <a:rPr sz="915" b="0">
                <a:solidFill>
                  <a:srgbClr val="0F172A"/>
                </a:solidFill>
                <a:latin typeface="Hiragino Sans"/>
                <a:ea typeface="Hiragino Sans"/>
                <a:cs typeface="Hiragino Sans"/>
              </a:rPr>
              <a:t>検出性能、装置用変換後の一致、500KB内の保持データ、実運用での早期警告。</a:t>
            </a:r>
          </a:p>
        </p:txBody>
      </p:sp>
      <p:sp>
        <p:nvSpPr>
          <p:cNvPr id="27" name="">
            <a:extLst xmlns:a="http://schemas.openxmlformats.org/drawingml/2006/main">
              <a:ext uri="{FF2B5EF4-FFF2-40B4-BE49-F238E27FC236}">
                <a16:creationId xmlns:a16="http://schemas.microsoft.com/office/drawing/2014/main" id="{C2F93115-4421-48B7-82A4-057E0C0BE941}"/>
              </a:ext>
            </a:extLst>
          </p:cNvPr>
          <p:cNvSpPr>
            <a:spLocks xmlns:a="http://schemas.openxmlformats.org/drawingml/2006/main" noGrp="1"/>
          </p:cNvSpPr>
          <p:nvPr/>
        </p:nvSpPr>
        <p:spPr>
          <a:xfrm xmlns:a="http://schemas.openxmlformats.org/drawingml/2006/main">
            <a:off x="552450" y="6286500"/>
            <a:ext cx="11087100" cy="9525"/>
          </a:xfrm>
          <a:prstGeom xmlns:a="http://schemas.openxmlformats.org/drawingml/2006/main" prst="rect">
            <a:avLst/>
          </a:prstGeom>
          <a:solidFill xmlns:a="http://schemas.openxmlformats.org/drawingml/2006/main">
            <a:srgbClr val="CBD5E1"/>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36AA29CC-EAD3-430B-9BA3-039F947D4E2D}"/>
              </a:ext>
            </a:extLst>
          </p:cNvPr>
          <p:cNvSpPr>
            <a:spLocks xmlns:a="http://schemas.openxmlformats.org/drawingml/2006/main" noGrp="1"/>
          </p:cNvSpPr>
          <p:nvPr/>
        </p:nvSpPr>
        <p:spPr>
          <a:xfrm xmlns:a="http://schemas.openxmlformats.org/drawingml/2006/main">
            <a:off x="552450" y="6419850"/>
            <a:ext cx="8858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64748B"/>
                </a:solidFill>
                <a:latin typeface="Hiragino Sans"/>
                <a:ea typeface="Hiragino Sans"/>
                <a:cs typeface="Hiragino Sans"/>
              </a:defRPr>
            </a:pPr>
            <a:r>
              <a:rPr sz="675" b="0">
                <a:solidFill>
                  <a:srgbClr val="64748B"/>
                </a:solidFill>
                <a:latin typeface="Hiragino Sans"/>
                <a:ea typeface="Hiragino Sans"/>
                <a:cs typeface="Hiragino Sans"/>
              </a:rPr>
              <a:t>Source: docs/evidence/manuscript_claim_gate_matrix.md, paper/sections/11_roadmap.tex</a:t>
            </a:r>
          </a:p>
        </p:txBody>
      </p:sp>
      <p:sp>
        <p:nvSpPr>
          <p:cNvPr id="29" name="">
            <a:extLst xmlns:a="http://schemas.openxmlformats.org/drawingml/2006/main">
              <a:ext uri="{FF2B5EF4-FFF2-40B4-BE49-F238E27FC236}">
                <a16:creationId xmlns:a16="http://schemas.microsoft.com/office/drawing/2014/main" id="{549B2D50-5FF6-4875-B756-BCFA257AD505}"/>
              </a:ext>
            </a:extLst>
          </p:cNvPr>
          <p:cNvSpPr>
            <a:spLocks xmlns:a="http://schemas.openxmlformats.org/drawingml/2006/main" noGrp="1"/>
          </p:cNvSpPr>
          <p:nvPr/>
        </p:nvSpPr>
        <p:spPr>
          <a:xfrm xmlns:a="http://schemas.openxmlformats.org/drawingml/2006/main">
            <a:off x="11125200" y="6391275"/>
            <a:ext cx="5143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64748B"/>
                </a:solidFill>
                <a:latin typeface="Menlo"/>
                <a:ea typeface="Menlo"/>
                <a:cs typeface="Menlo"/>
              </a:defRPr>
            </a:pPr>
            <a:r>
              <a:rPr sz="1125" b="1">
                <a:solidFill>
                  <a:srgbClr val="64748B"/>
                </a:solidFill>
                <a:latin typeface="Menlo"/>
                <a:ea typeface="Menlo"/>
                <a:cs typeface="Menlo"/>
              </a:rPr>
              <a:t>05</a:t>
            </a:r>
          </a:p>
        </p:txBody>
      </p:sp>
    </p:spTree>
    <p:extLst>
      <p:ext uri="{BB962C8B-B14F-4D97-AF65-F5344CB8AC3E}">
        <p14:creationId xmlns:p14="http://schemas.microsoft.com/office/powerpoint/2010/main" val="2218709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2026-05-06T04:44:41.7570000Z</dcterms:created>
  <dcterms:modified xsi:type="dcterms:W3CDTF">2026-05-06T04:44:41.7570000Z</dcterms:modified>
</coreProperties>
</file>