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eda93c4ce34a17" /><Relationship Type="http://schemas.openxmlformats.org/officeDocument/2006/relationships/extended-properties" Target="/docProps/app.xml" Id="R6f19ce630e0e4265" /><Relationship Type="http://schemas.openxmlformats.org/officeDocument/2006/relationships/officeDocument" Target="/ppt/presentation.xml" Id="R783ef68632bb41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21f64c26d419b"/>
  </p:sldMasterIdLst>
  <p:notesMasterIdLst>
    <p:notesMasterId xmlns:r="http://schemas.openxmlformats.org/officeDocument/2006/relationships" r:id="Ree6c96dac7df45e2"/>
  </p:notesMasterIdLst>
  <p:sldIdLst>
    <p:sldId xmlns:r="http://schemas.openxmlformats.org/officeDocument/2006/relationships" id="256" r:id="Ra1044515c06b4e59"/>
    <p:sldId xmlns:r="http://schemas.openxmlformats.org/officeDocument/2006/relationships" id="257" r:id="Rbf18f3302ec04fb7"/>
    <p:sldId xmlns:r="http://schemas.openxmlformats.org/officeDocument/2006/relationships" id="258" r:id="Rf7d2b89627924132"/>
    <p:sldId xmlns:r="http://schemas.openxmlformats.org/officeDocument/2006/relationships" id="259" r:id="Rdfc50aa00edf4a80"/>
    <p:sldId xmlns:r="http://schemas.openxmlformats.org/officeDocument/2006/relationships" id="260" r:id="R132c0c6f16374551"/>
    <p:sldId xmlns:r="http://schemas.openxmlformats.org/officeDocument/2006/relationships" id="261" r:id="R4e69e60027944e6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21f64c26d419b" /><Relationship Type="http://schemas.openxmlformats.org/officeDocument/2006/relationships/theme" Target="/ppt/theme/theme1.xml" Id="R2ba5fc081fd64599" /><Relationship Type="http://schemas.openxmlformats.org/officeDocument/2006/relationships/notesMaster" Target="/ppt/notesMasters/notesMaster1.xml" Id="Ree6c96dac7df45e2" /><Relationship Type="http://schemas.openxmlformats.org/officeDocument/2006/relationships/presProps" Target="/ppt/presProps.xml" Id="Ra21e822fdd3c444b" /><Relationship Type="http://schemas.openxmlformats.org/officeDocument/2006/relationships/viewProps" Target="/ppt/viewProps.xml" Id="Rcab8d3e7ccaf45e4" /><Relationship Type="http://schemas.openxmlformats.org/officeDocument/2006/relationships/tableStyles" Target="/ppt/tableStyles.xml" Id="R7d243c860fea462c" /><Relationship Type="http://schemas.openxmlformats.org/officeDocument/2006/relationships/slide" Target="/ppt/slides/slide1.xml" Id="Ra1044515c06b4e59" /><Relationship Type="http://schemas.openxmlformats.org/officeDocument/2006/relationships/slide" Target="/ppt/slides/slide2.xml" Id="Rbf18f3302ec04fb7" /><Relationship Type="http://schemas.openxmlformats.org/officeDocument/2006/relationships/slide" Target="/ppt/slides/slide3.xml" Id="Rf7d2b89627924132" /><Relationship Type="http://schemas.openxmlformats.org/officeDocument/2006/relationships/slide" Target="/ppt/slides/slide4.xml" Id="Rdfc50aa00edf4a80" /><Relationship Type="http://schemas.openxmlformats.org/officeDocument/2006/relationships/slide" Target="/ppt/slides/slide5.xml" Id="R132c0c6f16374551" /><Relationship Type="http://schemas.openxmlformats.org/officeDocument/2006/relationships/slide" Target="/ppt/slides/slide6.xml" Id="R4e69e60027944e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8335472de714c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f75b2bbe2f4510" /><Relationship Type="http://schemas.openxmlformats.org/officeDocument/2006/relationships/notesMaster" Target="/ppt/notesMasters/notesMaster1.xml" Id="R42e42a4d4b9948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eb0a9b69434641" /><Relationship Type="http://schemas.openxmlformats.org/officeDocument/2006/relationships/notesMaster" Target="/ppt/notesMasters/notesMaster1.xml" Id="Rfb68ef11e42a4e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f87aa6ba404353" /><Relationship Type="http://schemas.openxmlformats.org/officeDocument/2006/relationships/notesMaster" Target="/ppt/notesMasters/notesMaster1.xml" Id="R72b9d3d12b984d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4a29ae685b4080" /><Relationship Type="http://schemas.openxmlformats.org/officeDocument/2006/relationships/notesMaster" Target="/ppt/notesMasters/notesMaster1.xml" Id="R15b53071ef4b4a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173371b62742dd" /><Relationship Type="http://schemas.openxmlformats.org/officeDocument/2006/relationships/notesMaster" Target="/ppt/notesMasters/notesMaster1.xml" Id="Rac8a83e7e79d4f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f8505f08844692" /><Relationship Type="http://schemas.openxmlformats.org/officeDocument/2006/relationships/notesMaster" Target="/ppt/notesMasters/notesMaster1.xml" Id="Rf814f828854845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9ffa23d803402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0e13a60cc6b4f0a" /><Relationship Type="http://schemas.openxmlformats.org/officeDocument/2006/relationships/slideLayout" Target="/ppt/slideLayouts/slideLayout2.xml" Id="R59930206cd0540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930206cd0540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114ba6367a44cf" /><Relationship Type="http://schemas.openxmlformats.org/officeDocument/2006/relationships/notesSlide" Target="/ppt/notesSlides/notesSlide1.xml" Id="Re101babc7d894e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459897413a4423" /><Relationship Type="http://schemas.openxmlformats.org/officeDocument/2006/relationships/notesSlide" Target="/ppt/notesSlides/notesSlide2.xml" Id="Rd68e91bd8a134a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14e8dc09ae4d86" /><Relationship Type="http://schemas.openxmlformats.org/officeDocument/2006/relationships/notesSlide" Target="/ppt/notesSlides/notesSlide3.xml" Id="Ra96835f86bde4b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86810dd619470f" /><Relationship Type="http://schemas.openxmlformats.org/officeDocument/2006/relationships/notesSlide" Target="/ppt/notesSlides/notesSlide4.xml" Id="Raa4cf2c8dff543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c175bddb6f4ca9" /><Relationship Type="http://schemas.openxmlformats.org/officeDocument/2006/relationships/notesSlide" Target="/ppt/notesSlides/notesSlide5.xml" Id="R801037f0a32c44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e0376b145d4827" /><Relationship Type="http://schemas.openxmlformats.org/officeDocument/2006/relationships/notesSlide" Target="/ppt/notesSlides/notesSlide6.xml" Id="R7c060fcb61ee417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E93E32-02F1-4247-BD38-4B9FB312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7441B4-D589-4D02-BCEC-5B48AB28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6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79F641-4FCF-4497-AA80-696A7A11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"/>
            <a:ext cx="95250" cy="607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692B4-1BCC-4B18-A366-EBBCF9F8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6675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1EC04-84F1-4A8F-A94F-E232B0E3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667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7221F-BEC5-402B-8545-EA227F31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TECHNICAL SCOPE | ブロックストレージ組み込み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49958-725D-4F85-A740-82B9A639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9FA75-2372-4DCC-B75D-FB3F2B6F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744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315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ブロックI/Oに、最後の観測線を引く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7F40D-1FCD-412E-A664-0139CA899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962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守れると言うためではなく、ホストのプロセス名やファイルパスに頼らず、安い要求メタデータだけでAE候補に渡す価値があるかを試します。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ABDAB-6BF3-49CF-8004-E99E2C13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626"/>
          </a:solidFill>
          <a:ln xmlns:a="http://schemas.openxmlformats.org/drawingml/2006/main" w="13335">
            <a:solidFill>
              <a:srgbClr val="38BD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CAC1D1-B779-4A9F-B9DF-DF2B8DA4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09850"/>
            <a:ext cx="354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6767E-2519-4B7E-81CE-E52F59EE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33850"/>
            <a:ext cx="354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803D8-F2C9-4195-9BF5-11233496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3B6363-B434-48E3-AADC-F524CAA4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25CE7F-28D8-4D4B-98FB-BFBC3BEA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94C797-0E31-4D45-91F0-3D9C826E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8687E-F5D6-4554-9732-102CC8AE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F030C-CCC9-4D92-8AC7-25C86AF5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CC9ED-02EB-4528-9D23-238EE950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AD4212-F6C5-41A6-B117-28490011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6B129-2B47-485A-B438-330BE322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7B02C7-20E9-492D-A6E5-98AFB7AE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93D3ED-AD66-4D59-9E1C-38AEF1F9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43450"/>
            <a:ext cx="3181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5240">
            <a:solidFill>
              <a:srgbClr val="A3E6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63E0B6-BE62-43F1-8C1D-09F7508C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434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1B31D5-7289-49A4-81FE-6A1D47B0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48225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3E635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A3E635"/>
                </a:solidFill>
                <a:latin typeface="Hiragino Sans"/>
                <a:ea typeface="Hiragino Sans"/>
                <a:cs typeface="Hiragino Sans"/>
              </a:rPr>
              <a:t>検証するのは「装置内で回せるほど軽いか」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8BD3A-00B6-46EF-8E34-883CC2A6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27DB71-BAB5-42DF-845C-B6C70152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Host / VM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FA444-D437-417A-BB20-465B7D8A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アプリやOSの詳細には依存しない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A88F9B-DCE4-4B84-BE7E-8CCD4AFB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004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D24337-1CAF-420E-AEDD-E346047F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956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DAE314-18C3-40F2-BB7F-1F69FEA1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3EE4B0-B1C3-4D28-A8EC-28C4737E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38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D4CD49-7ABF-41E4-B217-99E9EFC5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432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Block storage controller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29C602-08A6-492C-BA01-C4C0076A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48000"/>
            <a:ext cx="2038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timestamp / read-write / LBA / length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などを受ける境界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106841-C121-4EDE-9BEB-66E566B5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981DFB-6006-4624-A891-33EC8BF2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956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53DAD7-0DC9-4E50-9474-AE71A1FA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301027-284F-40FE-AA80-DE61365E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9560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Protected volumes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26A348-2C81-46AB-9823-17EC37AC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004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多数volumeを10秒cadenceで見る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7A1070-98B3-4BE0-A193-7225AF11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384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B"/>
          </a:solidFill>
          <a:ln xmlns:a="http://schemas.openxmlformats.org/drawingml/2006/main" w="13335">
            <a:solidFill>
              <a:srgbClr val="22C55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2AFF94-85C1-44A3-B7C9-C6B7FD40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3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98FBC1-13CD-478F-85B6-2AA0B5E3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rPr>
              <a:t>組み込み検知パス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8DAA5D-AC62-4017-8A7D-9D5F6E46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196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15B0EB-B84E-4B36-B707-52016A4E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685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collector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安いcounter集計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BF8DD33-9218-4F6C-A02C-6C737503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19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85516D-9643-4AC8-802A-BD848D46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863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feature ring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N x Dを保持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C7CE57-BDE7-4170-BAB8-CEAD6AFF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9FCD41-4D24-4DF7-BA63-3A10ADB9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863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 score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再構成誤差を外側で判定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72E8A1F-E719-4B04-B0A0-AC7D496F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40C820F-B1AE-4063-BE73-A9D2CC57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381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025EAE1-67AA-4F9E-AA98-2C380271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102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観測境界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4B42B9-7EF4-4222-A183-3934393B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7541C3-9250-443F-A0ED-61570068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381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F35741-6629-4C86-8019-18A8F56E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4102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検証対象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622DFAE-9417-4BEA-BDBE-79E650A3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57800"/>
            <a:ext cx="2667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6F398D7-457A-4E72-94A3-04B4A339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57800"/>
            <a:ext cx="381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DD7EA8F-614D-4D4C-9CED-EF46F3D2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4102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A7CEE2B-C9DC-482E-A2EA-8D8DDD5C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4835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ブロック要求メタデータだけ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E6C1BCA-347B-4192-B901-BA32A388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84835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軽いMLかを測る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CB98071-9FC4-419A-A68F-F0B26FA0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性能・早期警告は未主張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473BD88-EA4B-412C-8CC7-AABF1078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64CAA7-2B33-4B62-92EF-17087CA9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94A3B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94A3B8"/>
                </a:solidFill>
                <a:latin typeface="Hiragino Sans"/>
                <a:ea typeface="Hiragino Sans"/>
                <a:cs typeface="Hiragino Sans"/>
              </a:rPr>
              <a:t>Source: docs/interface/ResearchBrief.md, docs/04_embedded_constraints.md, paper/sections/05_input_contract.tex</a:t>
            </a:r>
          </a:p>
        </p:txBody>
      </p:sp>
    </p:spTree>
    <p:extLst>
      <p:ext uri="{BB962C8B-B14F-4D97-AF65-F5344CB8AC3E}">
        <p14:creationId xmlns:p14="http://schemas.microsoft.com/office/powerpoint/2010/main" val="17419929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65CC46-2C26-4630-8DCC-1A24E3D6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8F830-6AE6-46D3-A11D-98DAC631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6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331DCD-A41B-4E3F-9E52-C29EC8A3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"/>
            <a:ext cx="95250" cy="607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CF9E0-11BE-4251-A1B5-450B3AF3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6675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FA365-B795-4D8E-AA1F-68A6CE48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667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BEEA0-9449-45F9-A373-8B01A657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DECISION FRAME | このプレゼンで決めること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B9F5F-B8AE-4F27-80BC-2773A413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18B9B-9869-42E3-A0FF-7CA29F05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744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33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最初に決めるのは、何を捨てるか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7E9E2-3200-4040-96AF-EC4A301B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962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AEを増やす資料ではなく、単純規則・入力契約・装置制約の順に候補を削り、残った仮説だけを実装検証へ進めます。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B3C19-2160-433F-8362-D985E005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90750"/>
            <a:ext cx="3638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5240">
            <a:solidFill>
              <a:srgbClr val="A3E6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230EB-02EC-4875-8CF6-043C13F2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9075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67BB4D-490C-4CE2-81C5-3000067D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95525"/>
            <a:ext cx="3352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導入判断ではない。次に測る証拠を決める。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B14F2-22B2-4B6E-8919-4466B91B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C0D76-05C1-4EB0-8D13-B409D653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6398E-672C-46E0-8781-A54C1BC5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単純規則で足りるか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2EFC8-705B-48AD-8661-DC3E5D0B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 ratio、I/O強度、LBA移動だけで説明できるならAEは縮小または棄却する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E9C24C-C9BE-4357-BAD1-215CA206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1432E-2A79-4905-BDF9-3CC38DCA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B475A0-37CE-4CA4-A975-44F81DDA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CE3FA-199F-49D1-80D7-4C581949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C4DB6A-9DC9-4DCA-A1D2-EAA282C4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AEのどこまで必要か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79BCFD-2462-414A-9FB2-D0BCD24C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Dense、時系列文脈、局所時間特徴、CNN-GRUを同じ入力で順番に比較する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2DDB66-FE16-4F96-A6C2-A8A84C3F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BE8EF4-C887-40EA-96E9-C82DD388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F644C3-CC28-4DFC-8A3E-0783FD04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E2528A-E73F-497D-A154-F40C1AD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43D818-9C3D-4652-9A51-1D0D8B04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装置に載るか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1D9412-4577-4229-812B-3030E872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 detector-data、MNN score parity、10秒cadenceのCPU/slotを分けて測る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588F82-50B0-4C35-9F09-B1182403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BB2A2C-B90B-4665-A0A9-523F65C2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AF9B31-E28F-421E-A764-8AD6A3A1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E36511-7301-4885-B813-2525222B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1ED3B5-DF83-445F-9F86-CFCD61BC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次の証拠は何か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7FB040-9029-4E21-B314-2E211C51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manifest付き実験、MNN変換、memory harnessのどれが意思決定を進めるかを明確にする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7ABEA5-BCD5-4252-B2F1-3A9CF024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B369FC-BBEA-48B9-A6C0-EA8B0E6B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28DBF9-61D6-415A-9CC3-8BB2EF4C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進める条件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B34FC9-F676-46E6-A765-3A3F57F7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単純規則を超える説明価値があり、MNN変換後もscoreが一致し、per-volume状態とschedulingが予算内に収まる見込みを測れる。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0F7286-1EAA-4B03-A6FA-8080EFAF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BA721D-9A11-4AFB-8288-C88DE1DA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B87FEDB-8235-4DB3-9F9F-A25CB620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止める条件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52CD028-A438-4DA7-8DCB-E87A725A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単純規則で十分、cheap featureが不足、MNN parityが崩れる、500 KBまたは10秒cadenceのどちらかを満たせない。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F4B19BD-9CA5-4CFD-A2D8-9BB7B164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94A9B00-CBDB-4C41-800C-0B89BE5F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94A3B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94A3B8"/>
                </a:solidFill>
                <a:latin typeface="Hiragino Sans"/>
                <a:ea typeface="Hiragino Sans"/>
                <a:cs typeface="Hiragino Sans"/>
              </a:rPr>
              <a:t>Source: docs/03_PROJECT_RULES.md, docs/evidence/manuscript_claim_gate_matrix.md, docs/04_embedded_constraints.md</a:t>
            </a:r>
          </a:p>
        </p:txBody>
      </p:sp>
    </p:spTree>
    <p:extLst>
      <p:ext uri="{BB962C8B-B14F-4D97-AF65-F5344CB8AC3E}">
        <p14:creationId xmlns:p14="http://schemas.microsoft.com/office/powerpoint/2010/main" val="19209776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D4309A-8979-432A-8973-F6B4E67E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3E9B0-D29B-4A3F-B6DF-644C1235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95D623-B9A2-4CD4-84FD-E997E3C7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34BF0-6F57-4D83-88C4-E3FD74D1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INPUT CONTRACT | 10秒統計からML入力へ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E552C-DB81-4A18-98B3-8D176392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36EEE-6D09-486E-8E8A-6D25FCD0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rawを持たず、10秒で切り出す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C8290-803F-4982-81B8-7354650D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ブロックストレージ装置では、特徴の取り方そのものがコストです。残すのはraw eventではなく、安い集計から作る固定shapeの統計列です。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408DC6-E844-43BF-895B-35117DA5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7244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86BA2-5C9A-4D19-8DE5-E646C08F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81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F8461-D600-4EE8-88BB-2DAD9EE6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frame_10s: 装置が安く集計できる候補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0D4A2-A5FA-4D40-AD7C-2758E176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EEACAA-E795-40A5-80DC-5A415E38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count / bytes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86B0E-A4B3-4CF9-B2DB-64BEC980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95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7237D-BC25-4BDB-B6E2-17AD7C4F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I/O量の強さ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83C37-67A1-4D79-ABD8-69308F59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97EA42-BA8F-4A82-B5AE-11D091F0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ratio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D5DE1-6939-487C-AA25-8656696B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81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6281FA-12D0-458A-B821-38BC3BC9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19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書き込み偏り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82202-35ED-4EA2-A579-30670EF4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FAA471-D373-4B0A-81F7-DA1EE863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LBA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4E32A-3E03-4A7F-B32C-50264B7D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67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E121AE-5500-40A4-936C-DA3CB5C4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05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アクセス位置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3724C7-75A3-4470-A2E3-27D9E95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E4B0BB-3628-4615-975A-D9E81936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length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66ECB4-B81E-44F1-B5B6-2DCE3801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74589B-B57C-45B7-A26E-F8A5604B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909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転送長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6D390E-4F66-4282-B426-94588D27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615691-533C-45E4-AA56-D60A7CC7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delta mean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D5E01D-F88C-4312-A0F3-9D22CF58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38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65385-5A6F-407F-895E-025FF2C7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76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前窓からの変化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D2FD7A-633B-409E-B08A-3B41437E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A3FFDF-FD3F-4A52-82FD-6D8D4AAE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optional telemetry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216F82-D9DE-491A-940C-FFF2C6C8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24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9D5443-316B-45C4-9896-F147E022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安い圧縮/entropy風カウンタがある時だけ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1F6212-F01B-43FF-BCE3-D57A7121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4190BB-3C4C-4841-AD46-53362211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padding / mask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BBFB9A-9C01-48B4-BF61-CB06B255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610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A0D4E5-A967-439B-A4B6-CCEE08C1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48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未提供欄はloss/scoreから外す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B25FA1-C136-4B4D-BC85-7AFAD829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76500"/>
            <a:ext cx="26098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044F25-99C1-4093-887A-511644FA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X: [batch=1, N, D]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initial: N=12, D=12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context: 12 x 10s ~= 2 min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score: outside MNN graph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threshold: outside MNN graph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9CCCE5-C32F-46D6-939F-C2641413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2247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CCE878-EA16-4102-8D14-B94FEE51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381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550BD4-697B-462E-8695-548D42F6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なぜ固定shapeか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6AA054-F04E-4244-876E-C3649F00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33700"/>
            <a:ext cx="190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MNN変換、メモリ、CPU枠を同じ条件で比べるため。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D3A524-23A9-43F0-897B-B8FF0D3A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6197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F4116E-998B-4F8C-978D-EA753CA8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86425"/>
            <a:ext cx="472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使わない: ファイルパス / プロセス名 / ランサムウェア署名 / ファイル本文scan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27BD31-6EB0-4D97-8BB9-636B82AA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1975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0C7980-DD55-4A3A-A693-0136D47F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8642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使う: SCSI/NVMe風メタデータ と 安い装置カウンタ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7807A8-731D-4246-87B6-D6E1E905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A35D350-1834-411C-A2F1-D5A33B80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paper/sections/05_input_contract.tex, docs/04_embedded_constraints.md, docs/06_memory_aware_ae_candidates.md</a:t>
            </a:r>
          </a:p>
        </p:txBody>
      </p:sp>
    </p:spTree>
    <p:extLst>
      <p:ext uri="{BB962C8B-B14F-4D97-AF65-F5344CB8AC3E}">
        <p14:creationId xmlns:p14="http://schemas.microsoft.com/office/powerpoint/2010/main" val="90427142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3A3EB2-C8FB-4C52-BA12-CD28987F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8E23B-4D18-46AF-9874-18559D36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46B7C-1FB7-4717-9BFD-6D41F068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71BCF-2BD7-43CF-9345-E87853DC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MODEL CANDIDATES | AE-01..05 の技術的な意味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63926-E1A7-4388-B2A0-C8229724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6E8B18-A90F-45CD-BA65-BE3429E5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AE-01..05は、複雑さを裁く階段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19D05-137C-4CB1-9B64-5E58B22C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初期値はN=12, D=12。parameter/raw weightは計画見積もりで、MNN変換後サイズや一時scratchは別に測ります。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1ADD7-AD39-4D68-9EE8-70AE84D9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11182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EC7EDA-C92C-4142-BCDF-5D0DA727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647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7F0E3-C1AD-410C-8D9A-D74514A0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250902-F084-4A9A-AA36-C2823A08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05050"/>
            <a:ext cx="2228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candidate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4348B3-5E90-4CE3-B5EC-C5FA623B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66B61-1CF9-4B9A-A966-08DB051A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05050"/>
            <a:ext cx="2800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7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operator role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FDF96-12AB-43D3-A51D-5FB8E45F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F41C50-1CD5-428A-ACF1-89AB9825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0505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planning size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8A584-6D92-4FDD-BCF7-DEC33CB2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737A7F-B87B-4F0D-83D8-15F85D27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05050"/>
            <a:ext cx="2514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65BEEF-9BD0-46E1-84E9-092C51B7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58A011-7CDA-403E-B7ED-1074F9CB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AE-01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C07A9-2927-47DD-A641-97F2765B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E45740-8094-487B-9110-EDE9D4AB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241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D5DE94-84CE-4847-8664-F5264B34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08392-3A5C-4E94-B111-DC6FEC69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flattenした2分窓を圧縮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644386-9646-4EF0-8A26-B0256DE2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688CC-45AE-4124-A20D-B2969A40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9,944-20,768 params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11F7A2-FFA0-4653-9F95-E2203418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27D8D-428B-4F35-936C-2D0D4FC7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粗い統計だけでズレが見えるか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BB1791-34B0-4923-B752-BED8FCE2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672F73-BC2F-4B3D-BFC1-AF48F17B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5F4928-43CA-48BE-B623-794BFDEF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C0596F-9661-40DA-8AF6-84E7785F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BDBD3D-1F10-4920-97E0-B5E1EA3C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1FA6F0-589F-457F-AC28-12EC21B5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766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10秒ごとの圧縮 + 系列圧縮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8CF66A-30FB-420F-8379-BA042013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C5DE3F-6E10-4EB3-9A0E-F7675A56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76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5,836 params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F2641B-B39F-4921-9A77-2BFFF095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3E510D-CF83-4E61-A7A7-669A247B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766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時間演算なしで足りるか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EF4538-D2FE-4B26-849C-87C6B822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2AC2EE-2792-4DEB-AA8A-961AE6EA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7990959-F257-42F3-8156-612866CE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7A885F-6A7D-4DF0-9F08-F524D39B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290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945795-5337-4BB7-AAF8-27CA7643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D563A8-7226-48DA-97CF-8C28B46D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順序と過去文脈を付与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0DD899-B319-42F6-B5FE-AB86580B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6D05C6-381C-4FB2-A46C-2C1A0CE2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290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7,052 params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7DBDF8-56D4-4119-8661-7EA51ECC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B8788D-8754-466E-B741-109C4F3F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290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履歴を見ないと説明できないか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3F633DE-9783-4736-B74F-90A78FF1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350B1C4-BB25-496A-8244-1C9EED5E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AE-04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31C39A-DBD9-41DF-8F4B-3DF2BB94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75FCE0-8246-4F84-AC87-81F46DE9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815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F05922-A801-4961-BF89-C544C0D7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8EDB68-5AFE-485E-956E-A0F64D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815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近傍時間の局所変化を抽出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036B29-69EB-420A-A980-489CC814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623A75-2AAD-4773-A37D-B9029DB0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815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5,684 params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62741A-0CD2-44F3-BD0D-CE20A761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84CE90D-1A3C-4C8D-B8DA-EABC37BF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3815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GRUなしの時間特徴で足りるか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45015F-CF60-4CA1-A0C5-C04D60FC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DF6954-414B-4D8E-BBC3-F3854C6E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AE-05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040BFC-0475-4930-83D1-AA60EB0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7342D98-B25E-48AA-9FC0-88401AD0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3DE58F-B9DB-4B97-A071-3129B892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26FE63D-80D5-4E54-8984-567AEC64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339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特徴混合 + 文脈 + bottleneck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B9D208B-1450-4952-9746-90C599CB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EACAB44-9D5C-43AB-90DA-1D197618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339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8,052 params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7A4EBF-1738-46AA-983C-EACB10BA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CD269E-4CF9-4887-BC30-4F707929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339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複合モデルの追加演算に価値があるか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755A27E-F30A-4691-9753-D186249B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531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C7FA434-AA2B-45B9-8631-E3AA331C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9775"/>
            <a:ext cx="3771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選定方針: 簡単な候補で説明できるなら、そこで止める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4A6CDFA-022B-4F62-8C53-5E477176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53100"/>
            <a:ext cx="419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6238E6C-FF86-4FFB-8AF9-2DEADF9A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819775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実測前に性能順位・MNN適合・500KB内に収まった結論を言わない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EB2C645-8F36-4535-928F-EA0C20E7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B6A118B-8E91-4D92-A85F-B42D513D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</p:spTree>
    <p:extLst>
      <p:ext uri="{BB962C8B-B14F-4D97-AF65-F5344CB8AC3E}">
        <p14:creationId xmlns:p14="http://schemas.microsoft.com/office/powerpoint/2010/main" val="165012103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3DFC70-00C7-4114-BAF7-02BEE322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E6782-99C3-4E90-915A-1A58D1E1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6CA7A-9037-4E9D-AD14-046C51BD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23E87-E80E-4071-932B-D3C85273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RESOURCE BUDGET | MLに使える資源は小さい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7EFC2-72B3-4454-886C-7B3FFBC1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62639-4DD3-4032-8ADE-24C823E9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500KBの檻の中で、何を残すか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457D7-E1AB-4107-B836-41E4A983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KBはvolumeごとのpersistent detector-data目標です。MNN runtimeや共有libraryとは分け、入力列・正規化・しきい値・score履歴まで含めて測ります。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DD0E7-4560-47B8-826D-188D669D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44386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F504CA-5128-4442-A973-E468D395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8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357472-A35F-4B65-8B02-5680CD66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per-volume detector-data target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652EF-304E-48E0-9ECF-7B0E1D9A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F7469-4C23-43CE-B765-83937D46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model weights + quant 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911E6-D751-490F-AA57-2ADAAE8C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2DB21-94A1-413D-8160-1EF60C2A5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480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&lt;= 360 KB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6E2A6-6D7E-4DC9-BEB6-E2E2528F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99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2CEC8B-F898-4BD7-B7AD-7DAD3CC9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480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10s input sequence buffers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3F8657-32A2-41A1-B1E5-20037D71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099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2046B-E392-4E6F-8DFB-77A132B2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480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&lt;= 64 KB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C27CED-45BC-4DAC-8D3B-8FC1C073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E839B1-6697-4F53-A109-96D1BAF9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81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normalization / threshold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CE81BC-5F4E-41DF-A4B4-B7C20110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8100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C0C240-18D5-467E-B2AA-BF4EE68E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48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&lt;= 24 KB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114C03-609E-48D6-A65E-1B7097BB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100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F40F93-512C-4E33-8144-C560D3DB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score history / explanation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2A8B1E-9140-442C-B3DD-9EC0F855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2100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7A96EC-D422-447F-99F1-63B6399D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48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&lt;= 16 KB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43690C-9776-4425-95B9-99FF1D36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C5004C-79A4-4E1D-87EC-3B154F62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metadata + margin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86C8BE-B5A3-4AA5-AAEA-1EE77BE2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6101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05A1F9-E7F6-4A73-AF37-4FC9E973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482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&lt;= 36 KB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25DDBB-E410-44F5-A9DB-43C1CA0E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上限目安。実装・MNN変換後の測定で置き換える。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8FF255-B5AA-4E70-8EB2-8D138066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9DA374-D975-449D-9592-986CE864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8B9C5F-33BF-4FC0-84F2-6076706C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52700"/>
            <a:ext cx="441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aggregate device-fit view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3315C2-E9AC-4747-997E-A8C524FF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4419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M_persistent(V) = M_shared_runtime + M_shared_weights + V x state_per_volume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M_peak(V,Q) = M_persistent(V) + Q x transient_scratch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226B7D-6713-4FE4-9CF0-32E1200A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789765-5027-4A5A-A3D5-14B02742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V ~= 2000</a:t>
            </a:r>
          </a:p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多数volumeを同じ10秒cadenceで守る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8BA77F-5F88-4D7E-931F-C261AAC9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2A2CBC-534B-44C0-B480-FAE2BF00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Q slots</a:t>
            </a:r>
          </a:p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同時推論slot数で一時scratchが増える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9BB8FD-E98B-49DF-9CFB-AA7A687D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5C5835-8363-4C35-B307-D264BD92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CPU window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10秒内に全volumeを採点できるか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ABD36C-6DA5-4A74-9131-9615BDFC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E6DA5A-4540-4285-B4C6-54FFBAE7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docs/04_embedded_constraints.md, docs/memo/500kb_budget_reconciliation.md, paper/sections/08_mnn_implementation_plan.tex</a:t>
            </a:r>
          </a:p>
        </p:txBody>
      </p:sp>
    </p:spTree>
    <p:extLst>
      <p:ext uri="{BB962C8B-B14F-4D97-AF65-F5344CB8AC3E}">
        <p14:creationId xmlns:p14="http://schemas.microsoft.com/office/powerpoint/2010/main" val="14451381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70742A-FBCC-48F9-AA88-15A410C0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AC761F-709B-4E37-B6B5-BC53F5F5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6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8BC58-61B0-4D3E-A35D-42F0DD7C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"/>
            <a:ext cx="95250" cy="607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29BCE-9384-45A9-8BEE-6B341F24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6675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EA6B3-CDFD-4557-A928-946B82DA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667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CFD7A-F3F6-4B71-A6CA-834FBF2B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EVALUATION | 技術判断に必要な証拠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D5123-C9A4-4057-AE3B-02087253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BD5E1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BD5E1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55864-D37B-4543-A069-E8D8BAF6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315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四つの門をくぐった候補だけ、次へ進める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4ECDD8-761F-4B8F-B9BC-DB700C3C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62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CBD5E1"/>
                </a:solidFill>
                <a:latin typeface="Hiragino Sans"/>
                <a:ea typeface="Hiragino Sans"/>
                <a:cs typeface="Hiragino Sans"/>
              </a:rPr>
              <a:t>スポンサー向けに見せるべき論点は、すぐ導入できるかではなく、どの制約で候補を採用・縮小・棄却するかです。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5579E0-8D94-425D-83B5-4D1B8B5A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57400"/>
            <a:ext cx="2781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5240">
            <a:solidFill>
              <a:srgbClr val="DC262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4662DD-7B04-46E2-A404-84E53AA2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574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25611-B523-4C8C-80A7-18D7FEC4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62175"/>
            <a:ext cx="2495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検出精度だけでは採用しない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60599-55B1-40B1-B85B-472481DA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5F144-AE30-4A20-B979-487DB503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6BCF3-A17C-47CF-8EA4-3238EC38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offline検証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C97431-8745-41DB-B72D-47B23AAB9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benign-only学習、単純規則、AE-01..05、低誤警報で比較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5BEC8A-9E12-4D69-A79A-5359872C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274B9A-4E88-40B0-8FF3-E6C125F2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698BEC-B5E4-4710-84BA-E2D6F6CA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4C7E06-FBBF-47A4-BCCD-70863DE0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B5B92B-840D-4893-B7A9-739F5C75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score parity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A951C-BB61-4787-9FC0-31B71316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同一入力でoffline scoreとMNN scoreの差を測る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821D5B-3B35-434B-B91A-04B9947D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60CA2-3AE6-4FFA-B884-CC0EBECB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0CB428-9CC7-49AE-83F4-9F8AE143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E4A8C3-49F6-4BE9-9E8F-A58D5F17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92B56E-50A5-407B-88EA-F210DA40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detector-data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ABE28F-DDB5-4744-A2F2-4D55DFF3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重み、入力列、正規化、threshold、履歴が500 KB内か測る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22E1CF-9BD3-4EFB-94DF-F75F1F05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786163-C787-4E18-953F-AA7F62CC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3BE9B3-4BB0-4628-BE4F-85C0FC4C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9C118B-F8C1-4D68-9493-4D092943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8B7FED-CF4E-4658-8A90-6872F236E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scheduling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6A24AC-F1BA-4974-8CC6-4B7E152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V volumeとQ inference slotで10秒cadenceを守れるか測る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24AF45-6C6B-44C5-B91B-F5214A4B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A6AAE7-C5EA-4DE8-AF94-08C3C1B6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43C45A-D3CE-4D58-8565-8A09A00A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主要な評価値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CCEB0D-1134-41A9-9594-10FD3B4E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誤警報の少なさ / 警告までの時間 / 警告前の被害量 / どの特徴がズレたか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CA8A19-6BFE-4B66-9698-5855756B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70E6CF-782B-4626-A926-5CC7C4FF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90114C-57B9-4FEB-9655-1A78649F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制約に当たった時の縮小順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30B4FAA-05AF-4B5D-AA9C-92BE6799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feature数Dを減らす -&gt; 系列長Nを短くする -&gt; hidden sizeを縮める -&gt; AE-05から単純候補へ戻す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CE7941-A1A2-42BC-9D86-48B8B448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5310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7E214A-5840-40F6-BFE1-2D74C842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9775"/>
            <a:ext cx="491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固定済み: block I/O観測境界、10秒統計、AE候補、device-fit gates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44EB82-E5D5-4CF2-B51A-35259298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531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EEBF30-6E66-41E4-A4B9-4CF91404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81977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検出性能、MNN readiness、500KB内に収まった結論、実運用早期警告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31F339-6F68-4824-9915-FA311CC6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7AE7A44-B8BB-455F-A2CE-AC1B5D0F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94A3B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94A3B8"/>
                </a:solidFill>
                <a:latin typeface="Hiragino Sans"/>
                <a:ea typeface="Hiragino Sans"/>
                <a:cs typeface="Hiragino Sans"/>
              </a:rPr>
              <a:t>Source: paper/sections/07_evaluation_plan.tex, paper/sections/08_mnn_implementation_plan.tex, docs/evidence/manuscript_claim_gate_matrix.md</a:t>
            </a:r>
          </a:p>
        </p:txBody>
      </p:sp>
    </p:spTree>
    <p:extLst>
      <p:ext uri="{BB962C8B-B14F-4D97-AF65-F5344CB8AC3E}">
        <p14:creationId xmlns:p14="http://schemas.microsoft.com/office/powerpoint/2010/main" val="635861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2026-05-16T22:24:20.1000000Z</dcterms:created>
  <dcterms:modified xsi:type="dcterms:W3CDTF">2026-05-16T22:24:20.1010000Z</dcterms:modified>
</coreProperties>
</file>