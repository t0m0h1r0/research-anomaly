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766f80c56b41ac" /><Relationship Type="http://schemas.openxmlformats.org/officeDocument/2006/relationships/extended-properties" Target="/docProps/app.xml" Id="Re0921fc8c9f446a3" /><Relationship Type="http://schemas.openxmlformats.org/officeDocument/2006/relationships/officeDocument" Target="/ppt/presentation.xml" Id="R0a0a0fe181a94b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9779323bcd424a"/>
  </p:sldMasterIdLst>
  <p:notesMasterIdLst>
    <p:notesMasterId xmlns:r="http://schemas.openxmlformats.org/officeDocument/2006/relationships" r:id="R960f53a2e9b54eb2"/>
  </p:notesMasterIdLst>
  <p:sldIdLst>
    <p:sldId xmlns:r="http://schemas.openxmlformats.org/officeDocument/2006/relationships" id="256" r:id="Rf87464fc551b4b28"/>
    <p:sldId xmlns:r="http://schemas.openxmlformats.org/officeDocument/2006/relationships" id="257" r:id="R6c20cbc22d57439f"/>
    <p:sldId xmlns:r="http://schemas.openxmlformats.org/officeDocument/2006/relationships" id="258" r:id="Rd20a6f58ce32429b"/>
    <p:sldId xmlns:r="http://schemas.openxmlformats.org/officeDocument/2006/relationships" id="259" r:id="Re2df99987a2a4afa"/>
    <p:sldId xmlns:r="http://schemas.openxmlformats.org/officeDocument/2006/relationships" id="260" r:id="Read80e0b7b3b421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9779323bcd424a" /><Relationship Type="http://schemas.openxmlformats.org/officeDocument/2006/relationships/theme" Target="/ppt/theme/theme1.xml" Id="R48640be3674146ce" /><Relationship Type="http://schemas.openxmlformats.org/officeDocument/2006/relationships/notesMaster" Target="/ppt/notesMasters/notesMaster1.xml" Id="R960f53a2e9b54eb2" /><Relationship Type="http://schemas.openxmlformats.org/officeDocument/2006/relationships/presProps" Target="/ppt/presProps.xml" Id="Rb49c488880024459" /><Relationship Type="http://schemas.openxmlformats.org/officeDocument/2006/relationships/viewProps" Target="/ppt/viewProps.xml" Id="Rc87579b7f93d4c92" /><Relationship Type="http://schemas.openxmlformats.org/officeDocument/2006/relationships/tableStyles" Target="/ppt/tableStyles.xml" Id="R21092692d54c446c" /><Relationship Type="http://schemas.openxmlformats.org/officeDocument/2006/relationships/slide" Target="/ppt/slides/slide1.xml" Id="Rf87464fc551b4b28" /><Relationship Type="http://schemas.openxmlformats.org/officeDocument/2006/relationships/slide" Target="/ppt/slides/slide2.xml" Id="R6c20cbc22d57439f" /><Relationship Type="http://schemas.openxmlformats.org/officeDocument/2006/relationships/slide" Target="/ppt/slides/slide3.xml" Id="Rd20a6f58ce32429b" /><Relationship Type="http://schemas.openxmlformats.org/officeDocument/2006/relationships/slide" Target="/ppt/slides/slide4.xml" Id="Re2df99987a2a4afa" /><Relationship Type="http://schemas.openxmlformats.org/officeDocument/2006/relationships/slide" Target="/ppt/slides/slide5.xml" Id="Read80e0b7b3b42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256007a43fa41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e5ff4d24f14247" /><Relationship Type="http://schemas.openxmlformats.org/officeDocument/2006/relationships/notesMaster" Target="/ppt/notesMasters/notesMaster1.xml" Id="R3fd12d1798794f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c14bc7ad9a4b87" /><Relationship Type="http://schemas.openxmlformats.org/officeDocument/2006/relationships/notesMaster" Target="/ppt/notesMasters/notesMaster1.xml" Id="Raf7955e9fc854e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e7875c344d4e06" /><Relationship Type="http://schemas.openxmlformats.org/officeDocument/2006/relationships/notesMaster" Target="/ppt/notesMasters/notesMaster1.xml" Id="Rd4caff433fa84d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d952cf1d374cb9" /><Relationship Type="http://schemas.openxmlformats.org/officeDocument/2006/relationships/notesMaster" Target="/ppt/notesMasters/notesMaster1.xml" Id="Rf358b73c77e54a3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91def111f245ed" /><Relationship Type="http://schemas.openxmlformats.org/officeDocument/2006/relationships/notesMaster" Target="/ppt/notesMasters/notesMaster1.xml" Id="R608ba9d877274b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99e6f9cd594d2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45b8ab27dbb4220" /><Relationship Type="http://schemas.openxmlformats.org/officeDocument/2006/relationships/slideLayout" Target="/ppt/slideLayouts/slideLayout2.xml" Id="R9db29c8cd7f749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b29c8cd7f749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357d8ccfdf44ce" /><Relationship Type="http://schemas.openxmlformats.org/officeDocument/2006/relationships/notesSlide" Target="/ppt/notesSlides/notesSlide1.xml" Id="R8895dd35550d4c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ab78ab8b414e53" /><Relationship Type="http://schemas.openxmlformats.org/officeDocument/2006/relationships/notesSlide" Target="/ppt/notesSlides/notesSlide2.xml" Id="R043361e608b249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483ad7826b40a1" /><Relationship Type="http://schemas.openxmlformats.org/officeDocument/2006/relationships/notesSlide" Target="/ppt/notesSlides/notesSlide3.xml" Id="R0027065e978d41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806a61b69e4640" /><Relationship Type="http://schemas.openxmlformats.org/officeDocument/2006/relationships/notesSlide" Target="/ppt/notesSlides/notesSlide4.xml" Id="Ra1673aeb0b2743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7bea4eaa604046" /><Relationship Type="http://schemas.openxmlformats.org/officeDocument/2006/relationships/notesSlide" Target="/ppt/notesSlides/notesSlide5.xml" Id="R591a43a4d30c495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CE0DAB-4DAE-406E-83B0-AEE40D28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65B93-C919-4E05-A95E-F0C650B4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FF3F009-C1F1-4A53-ACB5-7333BD3D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0F8442C-7651-4497-80D5-CED8E231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RESEARCH FRAME | 観測境界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99E1F-839B-4181-97BF-D46C9174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600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ストレージから見える情報は少ない。だから検証する価値がある。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AACF5-7B3C-4E02-8C57-16C07D99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590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ホスト側のプロセス名・ファイル名・内容は使わず、装置が受け取る read/write の時系列だけで異常を見られるかを調べます。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C67D0-251C-4BA8-B4AB-D9BC595D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狙いは「万能なAI」ではなく、最後に近い観測点で早期警告の余地が残るかを、条件付きで確かめることです。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1C557-0788-4831-A2C6-2AAFB1E2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990600"/>
            <a:ext cx="443865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8F5C5-AFCF-42D7-A1EC-81B6CEAC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2382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研究で使う観測境界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BEE0F-0D0C-4CE5-AB1F-14239A6E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90700"/>
            <a:ext cx="1695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B498D-EF9B-4BF1-893C-484F370D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14525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ホスト側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5AD098-3037-4A51-BA33-7733A7BC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1390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プロセス名・ファイル名・内容は使わない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58AF2-B6B2-44C4-9BE6-A76C928E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431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4B1B6-C93C-4968-A1D9-A5096E19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288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93EE5B-B7B2-4E81-9809-0B98A865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790700"/>
            <a:ext cx="1504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B51311-0123-4855-B756-9BCD2A4D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14525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ブロックI/O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4FE05-3653-4EA7-BA72-C646E6E1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05050"/>
            <a:ext cx="1200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時刻 / read-write / LBA / 転送長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7F5F3-534A-47CA-8A2C-B7E6152D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89560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363D55-448D-4A37-83DF-8ED63ED2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105150"/>
            <a:ext cx="19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BD5E1"/>
                </a:solidFill>
                <a:latin typeface="Menlo"/>
                <a:ea typeface="Menlo"/>
                <a:cs typeface="Menlo"/>
              </a:rPr>
              <a:t>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DBABB8-AC62-418B-9DAA-62C3BE7B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242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10D8C4-3BED-4C09-9846-096FD69B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5285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10秒統計 + AE候補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3AC36-4563-4887-A6AC-263F11D5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57650"/>
            <a:ext cx="2552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正常時系列とのズレを評価する研究プロトコル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E0005C-D46C-4829-A4D3-6FD6715A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7785D9-74E1-485E-9A2F-81719F2E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少ない情報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EBC418-2303-4058-874C-C7ECC98B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ホスト文脈に依存しない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EFB4E6-A0D8-490B-8261-83D9303A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29200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74CBA5-8E4D-4891-8D17-E7AFDF08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991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安い特徴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3079AC-5DE2-44EE-A1FE-3B85839C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314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10秒ごとの集約だけ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975902-2688-4DAE-B92A-18E345A1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29200"/>
            <a:ext cx="285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36FE6E-6F8E-4DF4-B1CC-E7F5FAAD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91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まだ非主張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86BC88-57E4-4DB5-922B-8540962F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314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性能・適合はこれから測る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215DD6-47DB-4E4B-9CD9-93232135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507BD2-A494-44CF-9E3A-0B862701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paper/sections/01_introduction.tex, 03_observation_threat_model.tex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95CE37-6C21-4DF8-8A31-34F26F54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83876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D1570D-C82F-45CF-8447-E3D13237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A4186-9463-46BC-BB80-C43983BF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8878EF3-1FB0-425E-BE1E-6762FA44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73ACEAF-D66D-4B4B-A8C7-E45841B7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METHOD | 10秒統計とAE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B95DA-B37D-4FF4-9AC1-3D0D849C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76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中身を読まず、10秒統計を“戻せるか”でズレを見る。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29561-B074-40AC-AC21-01EFFF6A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AEは入力と同じ形を再構成するだけにし、しきい値やalert判定はモデルの外で扱います。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19CD4-0801-4DDE-98A3-488B64E9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2190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56BCC-EE00-4B20-87CE-FE9AD349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5075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1. I/Oを集約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5A1B5A-57B6-424E-8D62-B5382E52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85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read/write数、bytes、write比率、平均LBA、平均長など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ADD57-B287-47C6-A795-95A914F8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971800"/>
            <a:ext cx="5048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02EB1-B4D8-49EB-B950-1CCF3D4F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2302C-F056-46B2-8182-57943EFB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812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9EE8A4-D6A5-4DB9-A08F-7AD9483E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05075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2. 10秒フレーム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DEF5CD-77D9-4E06-BF64-CC886658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895600"/>
            <a:ext cx="196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固定幅D=12。使えないoptional欄はmaskで除外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2F3ACB-2FB6-4B61-BA13-C9CD849F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718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C617E-6811-4B8C-8057-21E8DAF2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50598D-E479-4B5C-96DF-0E2068C4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20764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EDEF1-E76B-4D53-817D-4CB89A37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05075"/>
            <a:ext cx="1771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3. 時系列入力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E48AA-2D42-4BD8-8CA1-F118AC21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956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N個を束ねる。N=12なら約2分の文脈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BB29E-1E65-4523-BC5A-34504611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718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0B69C-F374-4D8F-943E-1225064A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622D75-7996-42AE-BBE3-D056CA68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81250"/>
            <a:ext cx="18669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00C31C-AD09-4B80-A6C1-C1A29B0C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505075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4. AE再構成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4D252D-07F9-44DE-83E1-B303587A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89560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XからX-hatを返し、誤差scoreを外で計算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9FEA78-BC4E-4E50-869C-69E5D5CA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4953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69D078-6003-4DCC-BE4A-F06BFD2B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採用する入力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B545FC-884B-41CF-AF6B-E3C622A2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48175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装置が安く出せるscalar統計。raw eventやpayloadは保持しない。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23F81-15B7-4FBA-B0E2-2429CE75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815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666BA7-28B4-498C-85DB-FC9CEE84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0060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content scanなし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6A3768-4F7C-49B8-B07A-AD3522BD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781550"/>
            <a:ext cx="110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E1D04C-0D85-4FDE-8021-3829CCBE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0060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signatureなし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C0A95C-6C3E-4D7E-9322-4783AC4B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428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A66AE2-4706-4C25-B3AE-A9279218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767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注意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7B5AC9-B0B2-42BC-A4AF-465BF5B7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38650"/>
            <a:ext cx="3048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write entropy等は、安い装置カウンタがある場合だけoptional。検出性能はまだ非主張。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1059B5-087B-4B47-8342-66D63C91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75E65B-82C3-478A-B88D-E761629F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paper/sections/05_input_contract.tex, 06_autoencoder_candidates.tex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6121C8-92B0-42CA-BD52-7C736ABF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376656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BF4023-DB3C-43CC-BB10-9D4FE987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52F8A-DA42-4DA2-8F57-E2E1456D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685BEF7-F01E-4A39-AE8E-03DF0409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3E2DB66-9D1E-481D-9BFA-393B4DF6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MODEL LADDER | AE-01..05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00A59-7B22-4FBB-BAE5-771C12D2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096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AE-01..05は、性能順位ではなく“必要な複雑さ”を調べる梯子です。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29C1B-3527-4808-BCCE-BF5141DF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8572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発表用に5候補へ整理しています。各候補は、単純な統計だけで足りるのか、時系列演算が必要なのかを切り分けます。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67023-5223-4DC6-B70E-16703447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10839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A445D-928A-43B2-AACB-06F1BB50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8A477-B915-4F1A-B060-BC9F74BF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38375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概要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056A7-5F37-4123-8A0C-4D64FE0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38375"/>
            <a:ext cx="4143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評価する目的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5861F-75AB-4061-9BE2-59847531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238375"/>
            <a:ext cx="2524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論文内ID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D456B-9718-4B25-A8CE-446B6BC0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D6FFF-5248-4755-8F27-C4E4BAAC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2686F-B345-403C-88A2-ACB331A9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051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Flat MLP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9812F-718E-4F00-861C-5B484BD2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4795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まず最小Denseで、粗い10秒統計だけに検出信号があるかを見る。容量不足なら幅を増やす。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856E52-9F30-4C35-9313-CC0F9F84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70510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AE-0 / AE-1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B26800-57CD-4557-9067-99F187B3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41533-1AC9-4071-81C3-8665C29E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372401-CE83-45E8-92CF-A79A0462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33375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Two-level Dense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CCD3A-F4FF-43C7-997D-FEECBC90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7660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各10秒frameを共有Denseでcode化し、時間演算なしでsequence全体を圧縮できるかを見る。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AF9B07-2214-4063-B261-4BBD03B8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33375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A91046-6B33-4A62-AAED-99867456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9CB6B8-76F1-4940-9F72-3E6DECAF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E4E233-B7C4-4C1D-B17F-72B27B86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624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 context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8E4703-1C2A-4ABE-96EA-4F27D5DA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0525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frame順序や過去文脈が効くかを測る、最小recurrent候補。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7B55B7-D271-41DF-B6E8-C9ED2B42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96240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AE-3a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B60E7C-CFDF-493F-B727-265FC7C3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960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4B8CCE-F210-4B03-B4CE-538C59C4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0E2DA1-7226-4B54-AA7D-468157D8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59105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Temporal Conv1D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2EC752-8D3B-468D-AFC5-9510A304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3390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GRUなしで、隣接frameの短い局所変化だけで足りるかを見る。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D97DDC-1CFE-4C91-8848-F9844332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59105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2893D0-509F-40ED-ABDB-09F72028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1083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3C799F-1723-4D5A-B6C9-8304BB5C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AE-05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3CFBC5-4ED9-4EFA-ADB6-1288F36E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19700"/>
            <a:ext cx="198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Tiny CNN-GRU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5C102A-8A5B-4CF0-9A07-F08078C2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162550"/>
            <a:ext cx="4067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32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K=1 Convで同一frame内特徴を混ぜ、GRUで文脈を見る複合仮説。単純候補後に試す。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72C788-679A-4E97-AEED-ED575AFF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5219700"/>
            <a:ext cx="2447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AE-5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96F4C3-F63F-4A60-BBF1-FC41B5EB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180C46-DF50-419A-BB0F-80A1B685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864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読み方: AE-05が“良い”という意味ではありません。単純候補で足りるなら、複雑なモデルは採用しません。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B73D06-65C8-4059-9DD6-3807C80C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8102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6497D61-649F-4BFD-A620-A62082BD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82930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計画上の候補。実測性能ではない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0E73FF-6A6F-488D-9415-72E9CEC5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1299C49-092A-4A2B-B81E-19E02175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3323F1-F3D5-467E-8E8B-51FCC28C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68268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4CCD62-1B92-45B6-BB26-3B532DDE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E45D1-A142-47DC-B6E6-149C3BD5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82EBEE8-D95C-43E3-9114-26CF9348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E33BFF7-B4CA-44F8-AD4E-905BD2EC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EVALUATION | 何を判定するか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82B87-D919-4AFC-9642-6F70CE06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885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評価の焦点は、AEが本当に必要かを確かめることです。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AD34C-06FC-41A9-8743-8ED866B5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8001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単純な書き込み規則や古典的異常検出に負けるなら、AEを主役にしない。それも重要な結論です。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7D08B-B2DB-47A0-A8B4-9F033252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BEBE31-2971-4661-9D80-2BEAB74C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benignだけで学習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E6C558-E543-4D46-A765-3DACB8D3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96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AEの学習・しきい値決めに攻撃labelを使わない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CF6E5-DD5D-40D8-89D5-9D0B7484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71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8E289-3440-457E-ADCF-EACEDFA0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A206D-03F0-482C-9742-EA29D40D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81250"/>
            <a:ext cx="2419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E4D4E-9AF6-469E-A5FA-E3D274D6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0507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単純比較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84710-309B-460D-9F84-A4A46EF6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95600"/>
            <a:ext cx="211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write比率、bytes、位置や長さの変化、古典的な異常検出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809972-405A-4272-A3A1-857CF94D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10280-1A96-46B4-96EF-EB1D7F62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9CC6CE-CBE7-4BE3-88E3-E0F696A7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81250"/>
            <a:ext cx="23241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3DB84E-7FFF-45A9-8D1B-F7EF8ADF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05075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AE-01..05比較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31A80D-2CD5-492B-9B1C-4C298C37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956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追加する演算の価値と装置側の負担を切り分ける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4819B1-C6E3-47DB-BA2F-7C1B4BBA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9718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B14D2A-6CF9-42A6-9B8B-EF1887F1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57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A6C94D-F823-4D9D-89F3-3004A8C7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5621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3D5F43-4EC2-4CCF-8332-21361BDC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05075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013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採否を判断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CC0057-155B-40BF-AD4E-C75194D2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895600"/>
            <a:ext cx="125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7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誤警報の少なさ、早期性、装置用変換後の一致、500KB制約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ED4A28-A203-40AE-A7EF-1D5293C7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4895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6F9ED1-F830-4AEE-9D79-5AA74A8D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386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主要指標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EE0713-F538-428C-9D0B-C0A2BDC3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815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誤警報の少なさ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0EC6E8-F0B0-4E5F-A419-09BCB882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815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検知までの時間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162E76-9BE0-48F2-9C7B-E3506F8B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alert前の被害量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84FC29-9211-4521-8232-0EF1F7B7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1054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どの特徴がズレたか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BB6752-4ED7-4436-9277-EC927DE7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4895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8FB1AD-813E-40F6-9CD6-0733B44F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必須アブレーション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F55576-D77D-4DAC-AED4-059FE672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81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4A063A-0C0E-4361-9364-8BA8BB9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entropyなし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5EEF55-F8E9-4A3E-A059-2E0AE8B5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81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D9F38B-1CBD-4AD2-AEBD-07D09C87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LBAなし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62C2C2-97C4-4E6A-98D6-ED2BDBDC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781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F03734-CE29-470A-B9CA-204B03C5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006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lengthなし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944872-CC24-440E-BE5B-795694EC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244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4F5277-0A87-4C10-9E8E-127F6D8A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435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入力長を変更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0604FC-271E-4A9A-9BC5-D6A84D27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1244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449698-E726-4ED4-986E-FCFEA9C5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435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装置用変換後も同じ点数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EBA5B9-60DB-4AC1-A0C2-C264AFEF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619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60FE17-5E91-4268-AF35-B64EB0D4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638800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性能値は未確定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28FA3F-DB9D-4B30-ABA1-1649DCCD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4278C2-4F1B-4FC9-A679-A38A8737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paper/sections/07_evaluation_plan.tex, 08_mnn_implementation_plan.tex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55152E-90AB-4D73-982A-2702E87E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4428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C17883-75AF-4576-8009-3BFAA1EE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CF62A-13C5-45BC-9EAA-05F4D08F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0999874-80F3-455E-82CC-48C696D0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1845A79-0A8A-491E-9C12-244C6A0F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STATUS | 現在の到達点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E7318-3971-4B6A-AE44-A7ADCAC6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933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現在の成果は、成功条件と失敗条件を分けて測れる設計です。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6B8AE-3D9F-4D25-A55B-32EC08B8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この資料の結論は、導入約束ではありません。次に何を測れば研究判断できるかを固定した、という位置づけです。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9A08A0-1116-4FD5-B20C-2E6C4A35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57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8C2F57-13C6-4AFD-B8EE-A620DD12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527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固定済み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6069C-A616-4132-90EE-B5E6E8C4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255270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まだ測るもの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312CC-ED99-46DD-AEE1-B9B84C91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177F0-B192-44F8-B117-03020EEB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観測境界: 装置に見えるI/O情報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2516F-2F3E-4DC0-AFA9-9EC8D79F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C683B-A5FE-42D9-AA66-95CFDC3F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10秒統計の固定入力契約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5A945B-858E-4BA1-A016-924C81ED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98A616-DCFE-43D4-9974-CC1E3A4D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AE-01..05候補と役割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3C7B5A-4267-40D1-96E6-690D8535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3FEB55-3C61-4784-AE30-404E6A6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387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単純比較・外して試す項目・主張の証拠条件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23E311-0588-42E5-BB20-522C95E4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1432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6CAF1-8C61-49BD-8271-44FC0B5F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385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候補データの出典確認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07B45-2362-4F74-A84B-0FE52F44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1813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CCE4E-DDA5-49B8-A3AA-AC64A579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2004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候補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8355B3-22CA-4A15-9637-426A634A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6766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858131-265A-483E-80E1-F9DCF519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719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低false alarmでの検出可否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7F8DE3-3900-48D1-A725-177CA854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7147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6D1ECE-7359-4402-8A02-BADE0970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7338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41ED9D-7194-4946-ADB9-EC29E75C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2100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20FC95-24D7-4CE1-A2F1-8411785B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053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entropyなしで残る信号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070835-F46B-4F78-9696-C92EDDDD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2481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6E9EC-1845-484A-8B13-EC47CCD2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2672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22EF3D-0913-4468-8479-3BBEA7EC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743450"/>
            <a:ext cx="566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D63610-7DCC-454E-837C-143F85B8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38700"/>
            <a:ext cx="385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2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装置制約への収まり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EC2944-0F67-44DB-B833-C7ACF3E1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78155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11B4F0-C92D-48E7-A768-E11D12F0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8006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2A191C-D8C9-48CC-A899-D4591DD6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72125"/>
            <a:ext cx="1038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F7D831-5486-4B66-AFF1-7A429DB0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7690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次の判断: 単純規則で足りるか、どのAEまで必要か、装置制約を満たす見込みがあるか。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DB7081-B50B-4D0C-9FBD-5AE907C4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0EC6DC-735A-446C-AB01-04FC37E6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66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docs/evidence/manuscript_claim_gate_matrix.md, paper/sections/11_roadmap.tex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761070-6409-40A5-8AC4-82E5C85A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202965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2026-05-05T09:37:17.9630000Z</dcterms:created>
  <dcterms:modified xsi:type="dcterms:W3CDTF">2026-05-05T09:37:17.9630000Z</dcterms:modified>
</coreProperties>
</file>