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106720aafa4907" /><Relationship Type="http://schemas.openxmlformats.org/officeDocument/2006/relationships/extended-properties" Target="/docProps/app.xml" Id="Rb4a8fced7b8c4f1c" /><Relationship Type="http://schemas.openxmlformats.org/officeDocument/2006/relationships/officeDocument" Target="/ppt/presentation.xml" Id="R561da05ee3814a1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b92bfbb7b494549"/>
  </p:sldMasterIdLst>
  <p:notesMasterIdLst>
    <p:notesMasterId xmlns:r="http://schemas.openxmlformats.org/officeDocument/2006/relationships" r:id="Rf5994b7023554e69"/>
  </p:notesMasterIdLst>
  <p:sldIdLst>
    <p:sldId xmlns:r="http://schemas.openxmlformats.org/officeDocument/2006/relationships" id="256" r:id="R734145669c0b45d9"/>
    <p:sldId xmlns:r="http://schemas.openxmlformats.org/officeDocument/2006/relationships" id="257" r:id="R53e5e0d81aea48e5"/>
    <p:sldId xmlns:r="http://schemas.openxmlformats.org/officeDocument/2006/relationships" id="258" r:id="R0ff8415c268446ab"/>
    <p:sldId xmlns:r="http://schemas.openxmlformats.org/officeDocument/2006/relationships" id="259" r:id="Re18353de4ebb4180"/>
    <p:sldId xmlns:r="http://schemas.openxmlformats.org/officeDocument/2006/relationships" id="260" r:id="Ra8f02f9750f24ce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92bfbb7b494549" /><Relationship Type="http://schemas.openxmlformats.org/officeDocument/2006/relationships/theme" Target="/ppt/theme/theme1.xml" Id="Re042759a3f39447d" /><Relationship Type="http://schemas.openxmlformats.org/officeDocument/2006/relationships/notesMaster" Target="/ppt/notesMasters/notesMaster1.xml" Id="Rf5994b7023554e69" /><Relationship Type="http://schemas.openxmlformats.org/officeDocument/2006/relationships/presProps" Target="/ppt/presProps.xml" Id="R9702e279648e41a0" /><Relationship Type="http://schemas.openxmlformats.org/officeDocument/2006/relationships/viewProps" Target="/ppt/viewProps.xml" Id="R7a1c052b136c471d" /><Relationship Type="http://schemas.openxmlformats.org/officeDocument/2006/relationships/tableStyles" Target="/ppt/tableStyles.xml" Id="R96c4e95683cc4f65" /><Relationship Type="http://schemas.openxmlformats.org/officeDocument/2006/relationships/slide" Target="/ppt/slides/slide1.xml" Id="R734145669c0b45d9" /><Relationship Type="http://schemas.openxmlformats.org/officeDocument/2006/relationships/slide" Target="/ppt/slides/slide2.xml" Id="R53e5e0d81aea48e5" /><Relationship Type="http://schemas.openxmlformats.org/officeDocument/2006/relationships/slide" Target="/ppt/slides/slide3.xml" Id="R0ff8415c268446ab" /><Relationship Type="http://schemas.openxmlformats.org/officeDocument/2006/relationships/slide" Target="/ppt/slides/slide4.xml" Id="Re18353de4ebb4180" /><Relationship Type="http://schemas.openxmlformats.org/officeDocument/2006/relationships/slide" Target="/ppt/slides/slide5.xml" Id="Ra8f02f9750f24ce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2010a788e864af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0300d6d929f4ca0" /><Relationship Type="http://schemas.openxmlformats.org/officeDocument/2006/relationships/notesMaster" Target="/ppt/notesMasters/notesMaster1.xml" Id="R89e1b2ca91a94e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7b7fe3d43544f9d" /><Relationship Type="http://schemas.openxmlformats.org/officeDocument/2006/relationships/notesMaster" Target="/ppt/notesMasters/notesMaster1.xml" Id="Rc5d88f463d1d46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838e2174bff4381" /><Relationship Type="http://schemas.openxmlformats.org/officeDocument/2006/relationships/notesMaster" Target="/ppt/notesMasters/notesMaster1.xml" Id="Rd5a51f21e1454a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1db50c76924851" /><Relationship Type="http://schemas.openxmlformats.org/officeDocument/2006/relationships/notesMaster" Target="/ppt/notesMasters/notesMaster1.xml" Id="R365158957d564cb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59e9ad774b44844" /><Relationship Type="http://schemas.openxmlformats.org/officeDocument/2006/relationships/notesMaster" Target="/ppt/notesMasters/notesMaster1.xml" Id="Rfeeb402728c64b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c590aa627841f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950be85c9a54d8d" /><Relationship Type="http://schemas.openxmlformats.org/officeDocument/2006/relationships/slideLayout" Target="/ppt/slideLayouts/slideLayout2.xml" Id="R36d5975a7113488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d5975a7113488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76c85c61f5404b" /><Relationship Type="http://schemas.openxmlformats.org/officeDocument/2006/relationships/notesSlide" Target="/ppt/notesSlides/notesSlide1.xml" Id="Refe5cc485aeb468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1fe2f2aef24d59" /><Relationship Type="http://schemas.openxmlformats.org/officeDocument/2006/relationships/notesSlide" Target="/ppt/notesSlides/notesSlide2.xml" Id="Rc9490b654d02417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91f175d7974df2" /><Relationship Type="http://schemas.openxmlformats.org/officeDocument/2006/relationships/notesSlide" Target="/ppt/notesSlides/notesSlide3.xml" Id="Rc60d80cedd7b49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74b1ba7f6d40e3" /><Relationship Type="http://schemas.openxmlformats.org/officeDocument/2006/relationships/notesSlide" Target="/ppt/notesSlides/notesSlide4.xml" Id="R787fb350eb3a4e6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3a56ec6ee14b89" /><Relationship Type="http://schemas.openxmlformats.org/officeDocument/2006/relationships/notesSlide" Target="/ppt/notesSlides/notesSlide5.xml" Id="Raa2b716128774a5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9F2913-1F04-4546-8914-F7BD5620B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ED72DF-3181-407B-A9DD-8FA736F0D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7D41D7-45FE-4045-8868-7BC90761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2D8CC1-9591-4186-A0B3-596109D85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RESEARCH FRAME | なぜ必要か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F48B8F-654A-447F-ABD0-61E7986A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19150"/>
            <a:ext cx="8858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5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ホストが見えない時でも、装置には最後の痕跡が残る。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5E3C5D-6C87-4886-B16B-C3E6E1EF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857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この研究は、ファイル名や中身を読まずに、ストレージへ届く書き込みの流れだけで早期警告の余地を測ります。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8E7161-9FA7-48FD-8019-CB324944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10744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08264D-A516-48AE-B8AC-998D40E2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09850"/>
            <a:ext cx="2286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3DDD83-935D-4899-A487-2482947D8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62250"/>
            <a:ext cx="1943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1. ホスト側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0825F3-D41D-43EB-97A4-83C8A32A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05150"/>
            <a:ext cx="1943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プロセス名・ファイル名・本文は使えない前提にする。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425C83-B0CF-4461-B633-F076539E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8956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301907-F413-4767-8545-3828CF0B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609850"/>
            <a:ext cx="2305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EA8E0A-05C9-40D2-B828-3229D1A7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762250"/>
            <a:ext cx="1962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2. ブロックI/O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7F0BD9-3C1A-4414-8B69-6FD9CD519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105150"/>
            <a:ext cx="1962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時刻、read/write、位置、転送長だけが装置境界に残る。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C523A7-5DAD-48DE-AE45-EC9D765B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956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B2CC3E-EE16-4C2C-9645-39EB83E6E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09850"/>
            <a:ext cx="2305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AF11E6-0606-49CF-9ABB-FCA4F832C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762250"/>
            <a:ext cx="1962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3. 10秒統計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BB95DD-8899-4AAE-8D89-3D6B166AE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105150"/>
            <a:ext cx="1962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装置が安く数えられる量だけを時系列にする。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0F402F-E500-43B4-9B04-186947CC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8956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3213E1-FB9E-42A5-AF45-6FFABA749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09850"/>
            <a:ext cx="1371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17827E-DD62-44BB-B1F3-1CCD664E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76225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rPr>
              <a:t>判定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7FCCD0-5027-40CF-8347-A6D574A8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10515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ズレの有無を研究で測る。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EB5B87-4ECF-4C06-9711-FB14ED91D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38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F08B39-84F3-4CF5-B9FC-E97C2B36F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3390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社会的意義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2EC694-F98B-4ED5-B616-B7C8EE6A9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7680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感染後の被害拡大を、より下流の観測点から抑えられるかを検証する。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7D1C26-668E-4837-85CD-3DF9591DA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72000"/>
            <a:ext cx="38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8C889A-ECE3-4B8C-97BE-DEABA8A78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3390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研究の価値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284023-25E0-44F2-AE69-D23F19C42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87680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限られた情報でも警告できるか、できないならどこで失敗するかを明確にする。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4E0FF7-0CBE-46DD-9895-329B7B3B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72000"/>
            <a:ext cx="38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B643A5-8342-4FFE-AF05-51171F16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3390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主張の範囲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3257818-573C-42B3-99C5-243CE821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7680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この資料は性能報告ではなく、測るべき問いを固定する資料。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78CC545-7309-4D9A-8697-1046C5911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FECD1F-B7BA-42DC-8F6A-B86A7C00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85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docs/interface/ResearchBrief.md, paper/sections/01_introduction.tex, 03_observation_threat_model.tex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CC584D-AE65-4B83-B133-9ACBF528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8133989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374718-876F-47DE-96C0-39A878B9B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4E371C-3DFA-4BAA-852A-C70CFE82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A078D8-6BBB-46E8-ACD8-823B0832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1FAD1C-BAA1-4711-91B9-AC0C879F4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INPUT CONTRACT | 何を見るか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3C5AE7-4ECD-4B52-9A8F-FE61D8F4A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19150"/>
            <a:ext cx="8572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5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見るのは“中身”ではなく、10秒ごとのふるまいです。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428F08-C2E4-4A3B-BC75-31AC0B6DB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装置が安く数えられる量をまとめ、約2分ぶんの並びとしてAE候補に渡します。技術記号は設計上の固定条件で、発表の主張ではありません。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90CAD2-59AF-4B39-A1D6-E3ED3C13E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495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E38AF7-D35A-43C2-892B-57633FF8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7450"/>
            <a:ext cx="461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装置境界に残るもの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A2EEE4-82BE-4C3D-BE5D-90BED75C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95600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B8C847-D066-465B-94FD-989E9DA0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908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忙しさ: 読み書き回数、データ量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967933-ED18-4472-B872-C59573848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90900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A87F8C-D4FD-45EA-8F90-B6F70349F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861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書き込みの偏り: 書き込みの割合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890C42-248B-40C6-A5AF-AD54522F5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86200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6A8A44-D589-4268-8C52-3D1D2F3F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814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場所の動き: 平均位置と変化量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F35CAE-61D7-40C6-8D78-404FBC2B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81500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7B5092-4467-4B55-82C8-261006F5E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767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大きさの動き: 平均転送長と変化量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4E2311-46ED-4221-851B-2821C82A6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638550"/>
            <a:ext cx="533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E21183-4E2D-40EE-ABD0-9169AD848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242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1EF9BF-C546-40D6-96D3-9D252A50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343150"/>
            <a:ext cx="409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CF252C-0982-4776-92C5-775B4576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57450"/>
            <a:ext cx="3752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AEに渡す形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E25092-8B1F-45D1-B3CC-AC85BB2B2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914650"/>
            <a:ext cx="1714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4F0807-E4F9-489D-9B37-D4D577A0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067050"/>
            <a:ext cx="137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10秒フレーム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CB7E66-36EA-4691-AD67-9B29ABF2E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409950"/>
            <a:ext cx="1371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1回の要約。固定幅の数値だけで作る。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EE0F64-15EF-4F2E-BC4F-F4A27374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914650"/>
            <a:ext cx="2000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CEEE4C-CD8B-4D6A-974F-748D451F1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067050"/>
            <a:ext cx="1657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時系列として並べる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D826F4-3A2B-4216-BA1F-1E586740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409950"/>
            <a:ext cx="1657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初期案は12フレーム。約2分の文脈を見る。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4DBC1A-83A3-4FC1-9FE6-756F5104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43400"/>
            <a:ext cx="876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390398-07B0-4859-9853-0A4BA38F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371975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D=12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90BD9E-07C2-44EB-960C-14696DF16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43400"/>
            <a:ext cx="876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A9908A-27A8-42D3-9AC8-A5D1B2F9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71975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N=12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05CF14B-685F-4E86-9068-A8D371A2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343400"/>
            <a:ext cx="1866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B94608-D1D3-4D09-B50C-A6B2AF7CA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71975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未提供欄は採点から外す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C98F06A-45D7-4737-983D-7429D284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0"/>
            <a:ext cx="9410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D534200-1402-45E3-B4D6-BA96AF74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457825"/>
            <a:ext cx="8858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使わないもの: ファイル名、プロセス名、本文スキャン、シグネチャ。安い装置カウンタがない特徴は主張に使わない。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5AB0A70-9320-4D01-B512-52F32A3C5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02DA31F-1EB8-43B5-9FBA-77FB5312D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85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paper/sections/05_input_contract.tex, 06_autoencoder_candidates.tex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AB15A43-762B-496D-AA49-F7470E410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093451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CAE88B-6CD4-4762-8D47-21275C96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A181D5-9750-45B9-AFB2-D916A94A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290450-5498-436E-9D97-B026B647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183FA7-21F1-4417-8D90-3BDAC41A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MODEL LADDER | AE-01..05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44BE0C-E89C-422D-9761-AD0E26AD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4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5つのAEは、“どこまで複雑にする必要があるか”を測る梯子です。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71D6EA-3E17-4C60-B791-6CD9BD170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43050"/>
            <a:ext cx="857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AE-05が本命という意味ではありません。単純な候補で足りるなら、複雑なモデルは採用しません。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715BDA-EE4A-4F13-8608-3F667FED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2000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AC3601-B456-468F-91CE-18C8AF0E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1657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53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defRPr>
            </a:pPr>
            <a:r>
              <a:rPr sz="953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rPr>
              <a:t>AE-01  Flat MLP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5579B1-E3CD-42D2-B364-B4A4F456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15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10秒統計を平らに並べるだけで、ズレは見えるか。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E74AEB-B7F6-42A2-A90F-CDC127C3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57600"/>
            <a:ext cx="1657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713" b="0">
                <a:solidFill>
                  <a:srgbClr val="64748B"/>
                </a:solidFill>
                <a:latin typeface="Menlo"/>
                <a:ea typeface="Menlo"/>
                <a:cs typeface="Menlo"/>
              </a:rPr>
              <a:t>source: AE-0 / AE-1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D36212-6E90-4662-B92A-93C0327B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28950"/>
            <a:ext cx="266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DAA77B-25DC-49E0-AB3F-DADF2C64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457450"/>
            <a:ext cx="2000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7BB88E-1D19-4D71-972B-BD8124AF6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09850"/>
            <a:ext cx="1657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5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95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AE-02  Two-level Dense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AD333B-7625-42CD-B4CE-41B91028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90850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15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各10秒を同じ規則で要約し、時間演算なしで足りるか。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279D5B-BC92-4C3C-9550-1639C7EE2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657600"/>
            <a:ext cx="1657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713" b="0">
                <a:solidFill>
                  <a:srgbClr val="64748B"/>
                </a:solidFill>
                <a:latin typeface="Menlo"/>
                <a:ea typeface="Menlo"/>
                <a:cs typeface="Menlo"/>
              </a:rPr>
              <a:t>source: AE-2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ABB8FD-2577-4E2D-8D3F-0085DD2F0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28950"/>
            <a:ext cx="266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E4E1D1-53B4-4383-9C3F-64B15D27E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457450"/>
            <a:ext cx="2000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D3A15B-1DF4-432F-9C5F-B3ACA315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609850"/>
            <a:ext cx="1657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5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95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AE-03  GRU context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8AA257-A263-4635-B52A-096D664C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990850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15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過去の並びや順序を見ないと、ズレを説明できないか。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6294A7-E6DC-407C-8F1C-9A6249F1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657600"/>
            <a:ext cx="1657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713" b="0">
                <a:solidFill>
                  <a:srgbClr val="64748B"/>
                </a:solidFill>
                <a:latin typeface="Menlo"/>
                <a:ea typeface="Menlo"/>
                <a:cs typeface="Menlo"/>
              </a:rPr>
              <a:t>source: AE-3a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F03F1C-8DB0-4FB7-AAF9-41649FAE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28950"/>
            <a:ext cx="266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0D95D9-68D5-4BDF-A60D-F3CC91CD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57450"/>
            <a:ext cx="2000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FAFE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A0D4DF-8FAE-428F-96E6-473DD2889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609850"/>
            <a:ext cx="1657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53" b="1">
                <a:solidFill>
                  <a:srgbClr val="0E7490"/>
                </a:solidFill>
                <a:latin typeface="Hiragino Sans"/>
                <a:ea typeface="Hiragino Sans"/>
                <a:cs typeface="Hiragino Sans"/>
              </a:defRPr>
            </a:pPr>
            <a:r>
              <a:rPr sz="953" b="1">
                <a:solidFill>
                  <a:srgbClr val="0E7490"/>
                </a:solidFill>
                <a:latin typeface="Hiragino Sans"/>
                <a:ea typeface="Hiragino Sans"/>
                <a:cs typeface="Hiragino Sans"/>
              </a:rPr>
              <a:t>AE-04  Temporal Conv1D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0B2D48-C4B7-496B-BC35-FB7BC92B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990850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15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隣り合う短い変化だけで、時間の特徴は足りるか。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2B419D-9649-4386-8B15-F23C9EA9D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657600"/>
            <a:ext cx="1657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713" b="0">
                <a:solidFill>
                  <a:srgbClr val="64748B"/>
                </a:solidFill>
                <a:latin typeface="Menlo"/>
                <a:ea typeface="Menlo"/>
                <a:cs typeface="Menlo"/>
              </a:rPr>
              <a:t>source: AE-4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A7E829-23A2-4763-8681-9A412E564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028950"/>
            <a:ext cx="266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A927E3-BEF7-49FC-B08F-DCCC581D0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457450"/>
            <a:ext cx="2000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100785-5004-428B-91B5-F94AD2D5C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609850"/>
            <a:ext cx="1657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53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953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AE-05  Tiny CNN-GRU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82342C-901E-4587-A741-889198E9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990850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15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同じ時刻内の特徴混合と文脈を組み合わせる価値はあるか。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B537AA-2B62-4B08-9ADB-8CE2250B0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57600"/>
            <a:ext cx="1657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713" b="0">
                <a:solidFill>
                  <a:srgbClr val="64748B"/>
                </a:solidFill>
                <a:latin typeface="Menlo"/>
                <a:ea typeface="Menlo"/>
                <a:cs typeface="Menlo"/>
              </a:rPr>
              <a:t>source: AE-5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02A9B1-329D-40B5-B521-27ED7C1DF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91050"/>
            <a:ext cx="4762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B4E7A4-EE8B-4237-8B4B-315F0717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採用判断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0A0CAC2-4E12-4A7C-8D23-93EB355B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762500"/>
            <a:ext cx="3143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単純候補で足りるなら、AE-05へ進まない。追加演算は、評価で価値が出た時だけ正当化する。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A76337-F457-4EC2-8454-BE0E726B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591050"/>
            <a:ext cx="4000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E395C0D-8D12-4CCB-85FA-3CEB0D142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78155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主張ゲート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06793D7-2BBF-4215-8449-739F7C59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762500"/>
            <a:ext cx="2343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この梯子は計画上の候補。検出性能や装置適合は、まだ実測値ではありません。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C8E15A-120B-433B-BB88-BA0965A90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5A3F821-D88B-433E-AB0D-908499BAB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85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docs/06_memory_aware_ae_candidates.md, paper/sections/06_autoencoder_candidates.tex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6B58B5F-70FB-48C9-86BF-5B19DCCA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3604510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368BAF-D886-4957-96EA-EE108A5BD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70B663-EBCE-4599-B797-FEB163B0E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D03216-4E00-4FC3-BD8E-C0717E2A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E81112-7D74-4F5A-BA95-DE6A184D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EVALUATION | 何を判定するか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AB9E4C-4EDE-4A93-A261-8088CB868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19150"/>
            <a:ext cx="781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62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評価は“AEが要るか”から始めます。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EE05F3-8A7F-4635-BD4A-9AFBDA57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単純な規則に負けるなら、AEを主役にしません。研究の価値は、効く条件と失敗条件を分けて測ることです。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44B942-D05E-4641-BD90-850F3654E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28900"/>
            <a:ext cx="28575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3B27F5-9BBB-4B8C-BBCE-633C703B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81300"/>
            <a:ext cx="2514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単純規則で足りるか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6619CE-077B-4107-A1FA-71CF496BC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2514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書き込み量や位置変化だけで説明できるなら、AEは不要。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E31969-706C-4B04-B139-BF3AF0FB1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66950"/>
            <a:ext cx="742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B4CB11-71F6-4F49-A0A9-3260F610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95525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Gate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225096-BFE0-4AE0-872E-4B3780496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2194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655AA8-73C4-4626-AAD0-BA420A8A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1051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F132DD-2CC0-4BEA-B6BE-7900715A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628900"/>
            <a:ext cx="28575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A54A3C-2694-4EA7-A2B3-404EA476F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781300"/>
            <a:ext cx="2514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rPr>
              <a:t>どのAEまで必要か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C57303-8D9E-4E2D-BE36-56A6E9A4D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124200"/>
            <a:ext cx="2514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AE-01..05を順に比べ、増やした演算の価値を見る。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29DB6B-155C-4CC8-A609-8C3E71E1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266950"/>
            <a:ext cx="742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D7C77A-95B5-46FA-89B6-3E8F5DAC1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295525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rPr>
              <a:t>Gate 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04F341-28FC-4D5B-91CC-86A78EAC5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2194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FA0B6F-BEC0-4CEB-ACE5-91DC3BD21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31051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D78952-F2C9-4F8D-ADEC-3BD5991F8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28900"/>
            <a:ext cx="28575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11FD76-8DEC-4C8D-840B-6D817724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781300"/>
            <a:ext cx="2514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装置に載せられるか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403EC0-F30B-44D6-8B49-9F159436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24200"/>
            <a:ext cx="2514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点数が変換後も同じか、1台あたりの保持データが小さいかを測る。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9D5A61-396B-4A7F-BBA7-E4E1E273C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66950"/>
            <a:ext cx="742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970B05-C089-4CF1-B847-ECB91BE3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95525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Gate 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FC98CD-B20B-47A8-890F-5579C1D7B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47625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4CC674-388F-476E-9DE9-2F21543B0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52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主要なものさし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FD10A7-116C-4D19-A300-7F5B822CD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91490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誤警報の少なさ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429807-9047-4FC3-9EEA-038E282ED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91490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検知までの時間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F893A9-1E8F-48D5-9A93-22EC0F1A9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1970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警告前の被害量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C073177-1DBD-4381-8D50-24DDC1E9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21970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どの特徴がズレたか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EC61DDB-7C14-4C7A-A7C8-FEC3B30E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43400"/>
            <a:ext cx="47625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7D5E142-D800-488B-9860-2A38C64F2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5295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必ず外して試す項目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A0DB6E9-9EA0-4AEA-A8C9-E1396BC1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958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334F19B-C5AC-4264-81F9-35965438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924425"/>
            <a:ext cx="990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暗号っぽさなし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BA21430-9F28-4400-A5D0-3A06B583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8958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C31474F-D3BB-431E-A333-8974361F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24425"/>
            <a:ext cx="990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位置なし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64B038C-2D44-43A8-BB4E-D18F7EFF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8958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03836DC-F7D1-49C5-B182-C696433F9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924425"/>
            <a:ext cx="990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転送長なし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BDFEA1-464B-4EEA-8F0F-855572802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387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BDBCE92-83B5-4CD7-8B5C-B6CA672E3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67325"/>
            <a:ext cx="990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文脈長を変更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6B2EBE7-2F7C-4583-BF06-32D5B78A6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23875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0B05D6E-A7CF-4123-9AFA-332D3ABA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267325"/>
            <a:ext cx="1543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装置用変換後も同じ点数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4C1793-2FA6-46E2-BDCA-91EBF0530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A6EA69F-EA25-42E7-BFA8-428C061B6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85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paper/sections/07_evaluation_plan.tex, 08_mnn_implementation_plan.tex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3E7BE36-95B4-4524-A3DB-B9DE1F37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0819326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CE42DF-3FFB-4F42-A318-62A9BCAD5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F1C44F-12F2-4999-8BDE-132130250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301230-36FA-402D-AD1C-49397E96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B2311F-AAE5-4E40-83BA-E69FBE79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STATUS | 研究判断に使う形へ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E92F28-1FAF-46D3-B78E-D654CAFA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191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4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この資料の到達点は、次に測れば判断できる形を作ったことです。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0DD2E5-8F07-4A5B-ABD6-F3B02FCD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9525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導入約束ではなく、研究の次アクションを固定する資料です。スポンサーには、成功条件だけでなく失敗条件も見える形にしています。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5706C5-3607-4405-B9E9-B4BD3468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48196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752185-C4BE-4F67-9A18-C7B3DA5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955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固定済み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582189-6B3D-4FDA-A8A9-7197F163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4819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D975EC-627D-44BC-9C1C-25FFAFACA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95625"/>
            <a:ext cx="4400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907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観測境界: 装置に見えるI/O情報  |  固定済み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FC6E47-C40B-4874-B65D-03E90065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24250"/>
            <a:ext cx="4819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EEC530-4BAA-4B6E-9FBF-9672D287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29025"/>
            <a:ext cx="4400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907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10秒統計の入力契約  |  固定済み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E35A5F-1FCE-4319-A2C4-9149E88E4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4819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FC24F2-F624-4446-803B-9001745C6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62425"/>
            <a:ext cx="4400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907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AE-01..05候補と評価目的  |  固定済み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4F5735-BBCC-4632-A4AD-8CBEE2A3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91050"/>
            <a:ext cx="4819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26E5DA-0D15-4FB5-A946-65855EA0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95825"/>
            <a:ext cx="4400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907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単純比較・外して試す項目・主張条件  |  固定済み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7E53F0-5892-4236-ABEE-16DE489D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81250"/>
            <a:ext cx="48196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D3258B-F8CB-4649-A5E5-02954302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955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まだ測るもの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4A2C1B-B5F2-4FA2-8831-ACD3E647B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4819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F20938-A0DE-454B-A561-B43C8945A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095625"/>
            <a:ext cx="4400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907" b="0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候補データの出典と使える列  |  候補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92514F-50EF-4351-8E9B-278B21A22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24250"/>
            <a:ext cx="4819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53025B-D3CE-46B5-979E-6D8F3CE2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629025"/>
            <a:ext cx="4400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907" b="0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誤警報を低くした時の検知可否  |  未主張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E5B314-33E3-491C-A700-B6BB4C653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57650"/>
            <a:ext cx="4819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9259D1-739A-44FC-9255-A26E68E85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62425"/>
            <a:ext cx="4400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907" b="0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暗号っぽさの指標なしで残る信号  |  未主張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C1732F-B73D-4EF5-87C4-053031774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91050"/>
            <a:ext cx="4819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F51F21-C9D4-4A49-8BAB-5812E8B52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695825"/>
            <a:ext cx="4400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907" b="0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装置制約への収まり  |  未主張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BF1DF8-9C54-4C8D-A3B7-01ACA4570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81650"/>
            <a:ext cx="9867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99827B-E585-419B-ACB1-62375175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705475"/>
            <a:ext cx="923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06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次の判断: 単純規則で足りるか、どのAEまで必要か、多数ボリュームの制約に収まる見込みがあるか。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03BF37-E16B-4072-9924-F71D88B18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2B869F-E2A2-416E-9F8C-6AD54BC87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85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docs/evidence/manuscript_claim_gate_matrix.md, paper/sections/11_roadmap.tex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1FA70DA-4C52-4CE7-9402-B4DC19E8E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925916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2026-05-06T04:24:43.3140000Z</dcterms:created>
  <dcterms:modified xsi:type="dcterms:W3CDTF">2026-05-06T04:24:43.3140000Z</dcterms:modified>
</coreProperties>
</file>